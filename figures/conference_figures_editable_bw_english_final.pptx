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Editable reconstruction of Figure 1. Sources: outputs/validation_1000_locked/analysis_plan_locked.json; data/derived/validation_1000_locked_seed42.parquet; outputs/validation_1000_locked/benchmark/human_benchmark_subgroups_20260818.json. Presentation-only reconstruction; no inference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Editable reconstruction of Figure 2a. Sources: outputs/validation_1000_locked/validation_1000_primary_distribution.csv; outputs/validation_1000_locked/validation_1000_human_comparison.csv; outputs/validation_1000_locked/benchmark/human_benchmark_subgroups_20260818.json. Original option order; Q2–Q3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Editable reconstruction of Figure 2b. Sources: outputs/validation_1000_locked/validation_1000_primary_distribution.csv; outputs/validation_1000_locked/validation_1000_human_comparison.csv; outputs/validation_1000_locked/benchmark/human_benchmark_subgroups_20260818.json. Original option order; Q4–Q5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Editable reconstruction of Figure 3. Source: outputs/hard_choice_extension/full_run_v1/analysis_final/tables/HC1_four_model_human_original_order.csv. Motif 3 uses the prespecified representative run1 result; this slide does not combine runs or rerun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47C15A9-0B6A-4966-91B0-D342EADDA74A}"/>
              </a:ext>
            </a:extLst>
          </p:cNvPr>
          <p:cNvSpPr>
            <a:spLocks noGrp="1"/>
          </p:cNvSpPr>
          <p:nvPr/>
        </p:nvSpPr>
        <p:spPr>
          <a:xfrm>
            <a:off x="238125" y="1000125"/>
            <a:ext cx="2333625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75A1346-32BC-4E4A-94FA-0B15F5B239BB}"/>
              </a:ext>
            </a:extLst>
          </p:cNvPr>
          <p:cNvSpPr>
            <a:spLocks noGrp="1"/>
          </p:cNvSpPr>
          <p:nvPr/>
        </p:nvSpPr>
        <p:spPr>
          <a:xfrm>
            <a:off x="333375" y="1152525"/>
            <a:ext cx="2143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Synthetic Persona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Dataset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4E06F0-1244-47EA-8F39-C623B1D11124}"/>
              </a:ext>
            </a:extLst>
          </p:cNvPr>
          <p:cNvSpPr>
            <a:spLocks noGrp="1"/>
          </p:cNvSpPr>
          <p:nvPr/>
        </p:nvSpPr>
        <p:spPr>
          <a:xfrm>
            <a:off x="333375" y="1743075"/>
            <a:ext cx="214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Nemotron-Personas-Korea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9CE8C67-C7F9-41D2-AA8C-0361B490760B}"/>
              </a:ext>
            </a:extLst>
          </p:cNvPr>
          <p:cNvSpPr>
            <a:spLocks noGrp="1"/>
          </p:cNvSpPr>
          <p:nvPr/>
        </p:nvSpPr>
        <p:spPr>
          <a:xfrm>
            <a:off x="2857500" y="1000125"/>
            <a:ext cx="2333625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36260A-2EA4-4D82-966E-8E2A1DFDB78F}"/>
              </a:ext>
            </a:extLst>
          </p:cNvPr>
          <p:cNvSpPr>
            <a:spLocks noGrp="1"/>
          </p:cNvSpPr>
          <p:nvPr/>
        </p:nvSpPr>
        <p:spPr>
          <a:xfrm>
            <a:off x="2952750" y="1152525"/>
            <a:ext cx="2143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Fixed Evaluation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A04370-AC7C-48EE-8640-3619C9B060DA}"/>
              </a:ext>
            </a:extLst>
          </p:cNvPr>
          <p:cNvSpPr>
            <a:spLocks noGrp="1"/>
          </p:cNvSpPr>
          <p:nvPr/>
        </p:nvSpPr>
        <p:spPr>
          <a:xfrm>
            <a:off x="2952750" y="1743075"/>
            <a:ext cx="214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 = 1,000</a:t>
            </a: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Matched sex, age, and region margins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6E64A56-ED24-4AA9-B236-6C936CB3234A}"/>
              </a:ext>
            </a:extLst>
          </p:cNvPr>
          <p:cNvSpPr>
            <a:spLocks noGrp="1"/>
          </p:cNvSpPr>
          <p:nvPr/>
        </p:nvSpPr>
        <p:spPr>
          <a:xfrm>
            <a:off x="5476875" y="1000125"/>
            <a:ext cx="3143250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EFF36C-14B5-4269-969B-C2FF9447E76D}"/>
              </a:ext>
            </a:extLst>
          </p:cNvPr>
          <p:cNvSpPr>
            <a:spLocks noGrp="1"/>
          </p:cNvSpPr>
          <p:nvPr/>
        </p:nvSpPr>
        <p:spPr>
          <a:xfrm>
            <a:off x="5572125" y="11525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Experimental Design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8B9DFC-700B-478F-A303-3F16C6A18BAB}"/>
              </a:ext>
            </a:extLst>
          </p:cNvPr>
          <p:cNvSpPr>
            <a:spLocks noGrp="1"/>
          </p:cNvSpPr>
          <p:nvPr/>
        </p:nvSpPr>
        <p:spPr>
          <a:xfrm>
            <a:off x="5572125" y="1743075"/>
            <a:ext cx="2952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3 local LLMs × 2 persona conditions</a:t>
            </a: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× 2 option orders × Q2–Q5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979AA9-3E5E-42DF-9829-5A22002BC1F1}"/>
              </a:ext>
            </a:extLst>
          </p:cNvPr>
          <p:cNvSpPr>
            <a:spLocks noGrp="1"/>
          </p:cNvSpPr>
          <p:nvPr/>
        </p:nvSpPr>
        <p:spPr>
          <a:xfrm>
            <a:off x="8905875" y="1000125"/>
            <a:ext cx="3048000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6498C5-38CF-454B-BD0C-B68C9B4A9ADF}"/>
              </a:ext>
            </a:extLst>
          </p:cNvPr>
          <p:cNvSpPr>
            <a:spLocks noGrp="1"/>
          </p:cNvSpPr>
          <p:nvPr/>
        </p:nvSpPr>
        <p:spPr>
          <a:xfrm>
            <a:off x="9001125" y="1152525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LLM Response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Distributions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A5AB0C-9F43-4A67-B6E2-752DD7D03BD9}"/>
              </a:ext>
            </a:extLst>
          </p:cNvPr>
          <p:cNvSpPr>
            <a:spLocks noGrp="1"/>
          </p:cNvSpPr>
          <p:nvPr/>
        </p:nvSpPr>
        <p:spPr>
          <a:xfrm>
            <a:off x="9001125" y="1743075"/>
            <a:ext cx="28575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Normalized choice-score distributions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CAC5482-4A00-4F8A-9B40-73841C1CF82A}"/>
              </a:ext>
            </a:extLst>
          </p:cNvPr>
          <p:cNvSpPr>
            <a:spLocks noGrp="1"/>
          </p:cNvSpPr>
          <p:nvPr/>
        </p:nvSpPr>
        <p:spPr>
          <a:xfrm>
            <a:off x="5476875" y="3714750"/>
            <a:ext cx="3143250" cy="1476375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4E7E8E-4F6C-465A-9647-D3E6ACD02A41}"/>
              </a:ext>
            </a:extLst>
          </p:cNvPr>
          <p:cNvSpPr>
            <a:spLocks noGrp="1"/>
          </p:cNvSpPr>
          <p:nvPr/>
        </p:nvSpPr>
        <p:spPr>
          <a:xfrm>
            <a:off x="5572125" y="386715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 Survey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026328-93D9-4556-93D7-857A70D667ED}"/>
              </a:ext>
            </a:extLst>
          </p:cNvPr>
          <p:cNvSpPr>
            <a:spLocks noGrp="1"/>
          </p:cNvSpPr>
          <p:nvPr/>
        </p:nvSpPr>
        <p:spPr>
          <a:xfrm>
            <a:off x="5572125" y="4457700"/>
            <a:ext cx="2952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 = 1,006 · Q2–Q5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F42BBF1-8129-4799-9084-E0FC5DC2E0F9}"/>
              </a:ext>
            </a:extLst>
          </p:cNvPr>
          <p:cNvSpPr>
            <a:spLocks noGrp="1"/>
          </p:cNvSpPr>
          <p:nvPr/>
        </p:nvSpPr>
        <p:spPr>
          <a:xfrm>
            <a:off x="9239250" y="3476625"/>
            <a:ext cx="2714625" cy="1952625"/>
          </a:xfrm>
          <a:prstGeom prst="roundRect">
            <a:avLst>
              <a:gd name="adj" fmla="val 5854"/>
            </a:avLst>
          </a:prstGeom>
          <a:solidFill>
            <a:srgbClr val="E2E2E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BA618A-5DF7-45CC-9FF7-9C2B7213B762}"/>
              </a:ext>
            </a:extLst>
          </p:cNvPr>
          <p:cNvSpPr>
            <a:spLocks noGrp="1"/>
          </p:cNvSpPr>
          <p:nvPr/>
        </p:nvSpPr>
        <p:spPr>
          <a:xfrm>
            <a:off x="9334500" y="3629025"/>
            <a:ext cx="2524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Human-Survey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Comparison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0662A6-B94E-4466-BD38-9F00B938606D}"/>
              </a:ext>
            </a:extLst>
          </p:cNvPr>
          <p:cNvSpPr>
            <a:spLocks noGrp="1"/>
          </p:cNvSpPr>
          <p:nvPr/>
        </p:nvSpPr>
        <p:spPr>
          <a:xfrm>
            <a:off x="9334500" y="4219575"/>
            <a:ext cx="2524125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TVD</a:t>
            </a: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Primary: original option order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36A90222-ED9A-4B92-B7AB-1BD460E74CD2}"/>
              </a:ext>
            </a:extLst>
          </p:cNvPr>
          <p:cNvSpPr>
            <a:spLocks noGrp="1"/>
          </p:cNvSpPr>
          <p:nvPr/>
        </p:nvSpPr>
        <p:spPr>
          <a:xfrm>
            <a:off x="2581275" y="1733550"/>
            <a:ext cx="266700" cy="19050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5B1F246-96C4-4A8F-BC28-79B1F0216A8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266700" cy="19050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842C5AFC-8BC6-424F-A7CA-7866EA1987C1}"/>
              </a:ext>
            </a:extLst>
          </p:cNvPr>
          <p:cNvSpPr>
            <a:spLocks noGrp="1"/>
          </p:cNvSpPr>
          <p:nvPr/>
        </p:nvSpPr>
        <p:spPr>
          <a:xfrm>
            <a:off x="8629650" y="1733550"/>
            <a:ext cx="266700" cy="19050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46" name="직선 화살표 연결선 45"/>
          <p:cNvCxnSpPr>
            <a:stCxn id="10" idx="2"/>
            <a:endCxn id="16" idx="0"/>
          </p:cNvCxnSpPr>
          <p:nvPr/>
        </p:nvCxnSpPr>
        <p:spPr>
          <a:xfrm>
            <a:off x="10429875" y="2667000"/>
            <a:ext cx="166688" cy="809625"/>
          </a:xfrm>
          <a:prstGeom prst="straightConnector1">
            <a:avLst/>
          </a:prstGeom>
          <a:ln w="2381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47" name="직선 화살표 연결선 46"/>
          <p:cNvCxnSpPr>
            <a:stCxn id="13" idx="3"/>
            <a:endCxn id="16" idx="1"/>
          </p:cNvCxnSpPr>
          <p:nvPr/>
        </p:nvCxnSpPr>
        <p:spPr>
          <a:xfrm>
            <a:off x="8620125" y="4452938"/>
            <a:ext cx="619125" cy="0"/>
          </a:xfrm>
          <a:prstGeom prst="straightConnector1">
            <a:avLst/>
          </a:prstGeom>
          <a:ln w="23813">
            <a:solidFill>
              <a:srgbClr val="333333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6325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17ED8C3-F0C8-107E-D2EF-57705943D35C}"/>
              </a:ext>
            </a:extLst>
          </p:cNvPr>
          <p:cNvSpPr>
            <a:spLocks noGrp="1"/>
          </p:cNvSpPr>
          <p:nvPr/>
        </p:nvSpPr>
        <p:spPr>
          <a:xfrm>
            <a:off x="238125" y="1000125"/>
            <a:ext cx="2333625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2F7537-49E2-2C03-73F2-57E5671B1883}"/>
              </a:ext>
            </a:extLst>
          </p:cNvPr>
          <p:cNvSpPr>
            <a:spLocks noGrp="1"/>
          </p:cNvSpPr>
          <p:nvPr/>
        </p:nvSpPr>
        <p:spPr>
          <a:xfrm>
            <a:off x="333375" y="1152525"/>
            <a:ext cx="2143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Synthetic Persona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A14BE9-470D-126A-67A3-0BFF73604533}"/>
              </a:ext>
            </a:extLst>
          </p:cNvPr>
          <p:cNvSpPr>
            <a:spLocks noGrp="1"/>
          </p:cNvSpPr>
          <p:nvPr/>
        </p:nvSpPr>
        <p:spPr>
          <a:xfrm>
            <a:off x="333375" y="1743075"/>
            <a:ext cx="214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Nemotron</a:t>
            </a:r>
            <a:r>
              <a:rPr sz="14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-Personas-Korea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48833D1-E1E5-C741-416A-EF24B5B294DA}"/>
              </a:ext>
            </a:extLst>
          </p:cNvPr>
          <p:cNvSpPr>
            <a:spLocks noGrp="1"/>
          </p:cNvSpPr>
          <p:nvPr/>
        </p:nvSpPr>
        <p:spPr>
          <a:xfrm>
            <a:off x="2857500" y="1000125"/>
            <a:ext cx="2333625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C5F394-4139-01AD-E6EF-3A4C7FBCA765}"/>
              </a:ext>
            </a:extLst>
          </p:cNvPr>
          <p:cNvSpPr>
            <a:spLocks noGrp="1"/>
          </p:cNvSpPr>
          <p:nvPr/>
        </p:nvSpPr>
        <p:spPr>
          <a:xfrm>
            <a:off x="2952750" y="1152525"/>
            <a:ext cx="2143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Fixed Evaluation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9792FB-8E76-BDF0-63B0-3DDD17AE90E6}"/>
              </a:ext>
            </a:extLst>
          </p:cNvPr>
          <p:cNvSpPr>
            <a:spLocks noGrp="1"/>
          </p:cNvSpPr>
          <p:nvPr/>
        </p:nvSpPr>
        <p:spPr>
          <a:xfrm>
            <a:off x="2952750" y="1743075"/>
            <a:ext cx="214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 = 1,000</a:t>
            </a: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Matched sex, age, </a:t>
            </a:r>
            <a:endParaRPr lang="en-US" sz="1400" b="0" dirty="0">
              <a:solidFill>
                <a:srgbClr val="333333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and region margins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B270ED4-1E0A-8FC6-8086-8FE19E04EE02}"/>
              </a:ext>
            </a:extLst>
          </p:cNvPr>
          <p:cNvSpPr>
            <a:spLocks noGrp="1"/>
          </p:cNvSpPr>
          <p:nvPr/>
        </p:nvSpPr>
        <p:spPr>
          <a:xfrm>
            <a:off x="5476875" y="1000125"/>
            <a:ext cx="3143250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6037C0-889F-329B-2923-119FA5F1D5CE}"/>
              </a:ext>
            </a:extLst>
          </p:cNvPr>
          <p:cNvSpPr>
            <a:spLocks noGrp="1"/>
          </p:cNvSpPr>
          <p:nvPr/>
        </p:nvSpPr>
        <p:spPr>
          <a:xfrm>
            <a:off x="5572125" y="11525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Experimental Design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B87FC9-10C4-DB60-1916-D0CE84689986}"/>
              </a:ext>
            </a:extLst>
          </p:cNvPr>
          <p:cNvSpPr>
            <a:spLocks noGrp="1"/>
          </p:cNvSpPr>
          <p:nvPr/>
        </p:nvSpPr>
        <p:spPr>
          <a:xfrm>
            <a:off x="5572125" y="1743075"/>
            <a:ext cx="2952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3 local LLMs × 2 persona conditions</a:t>
            </a: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× 2 option orders × Q2–Q5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E84674-693C-8796-DB22-C1CF55BC83EF}"/>
              </a:ext>
            </a:extLst>
          </p:cNvPr>
          <p:cNvSpPr>
            <a:spLocks noGrp="1"/>
          </p:cNvSpPr>
          <p:nvPr/>
        </p:nvSpPr>
        <p:spPr>
          <a:xfrm>
            <a:off x="8905875" y="1000125"/>
            <a:ext cx="3048000" cy="1666875"/>
          </a:xfrm>
          <a:prstGeom prst="roundRect">
            <a:avLst>
              <a:gd name="adj" fmla="val 6857"/>
            </a:avLst>
          </a:prstGeom>
          <a:solidFill>
            <a:srgbClr val="F2F2F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3EE4C9-F6CD-E6E1-046B-7FCF5E9CCD77}"/>
              </a:ext>
            </a:extLst>
          </p:cNvPr>
          <p:cNvSpPr>
            <a:spLocks noGrp="1"/>
          </p:cNvSpPr>
          <p:nvPr/>
        </p:nvSpPr>
        <p:spPr>
          <a:xfrm>
            <a:off x="9001125" y="1152525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LLM Response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Distributions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23EB860-A219-923E-43DB-99C8D0E661F2}"/>
              </a:ext>
            </a:extLst>
          </p:cNvPr>
          <p:cNvSpPr>
            <a:spLocks noGrp="1"/>
          </p:cNvSpPr>
          <p:nvPr/>
        </p:nvSpPr>
        <p:spPr>
          <a:xfrm>
            <a:off x="9001125" y="1743075"/>
            <a:ext cx="28575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Normalized choice-score distributions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2C9993-CAF6-77D9-A003-2037BD04B27E}"/>
              </a:ext>
            </a:extLst>
          </p:cNvPr>
          <p:cNvSpPr>
            <a:spLocks noGrp="1"/>
          </p:cNvSpPr>
          <p:nvPr/>
        </p:nvSpPr>
        <p:spPr>
          <a:xfrm>
            <a:off x="5476875" y="3714750"/>
            <a:ext cx="3143250" cy="1476375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CAB2D2-5283-3FE2-DC6E-21321D997389}"/>
              </a:ext>
            </a:extLst>
          </p:cNvPr>
          <p:cNvSpPr>
            <a:spLocks noGrp="1"/>
          </p:cNvSpPr>
          <p:nvPr/>
        </p:nvSpPr>
        <p:spPr>
          <a:xfrm>
            <a:off x="5572125" y="386715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 Survey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DF7E73-B0FE-0DD1-B5BD-7EDB1519E446}"/>
              </a:ext>
            </a:extLst>
          </p:cNvPr>
          <p:cNvSpPr>
            <a:spLocks noGrp="1"/>
          </p:cNvSpPr>
          <p:nvPr/>
        </p:nvSpPr>
        <p:spPr>
          <a:xfrm>
            <a:off x="5572125" y="4457700"/>
            <a:ext cx="2952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N = 1,006 · Q2–Q5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814553D-02BC-DA1C-1B6F-08D76F72667D}"/>
              </a:ext>
            </a:extLst>
          </p:cNvPr>
          <p:cNvSpPr>
            <a:spLocks noGrp="1"/>
          </p:cNvSpPr>
          <p:nvPr/>
        </p:nvSpPr>
        <p:spPr>
          <a:xfrm>
            <a:off x="9239250" y="3476625"/>
            <a:ext cx="2714625" cy="1952625"/>
          </a:xfrm>
          <a:prstGeom prst="roundRect">
            <a:avLst>
              <a:gd name="adj" fmla="val 5854"/>
            </a:avLst>
          </a:prstGeom>
          <a:solidFill>
            <a:srgbClr val="E2E2E2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CA3C68F-3A4B-23BE-98AB-00F49BE6474B}"/>
              </a:ext>
            </a:extLst>
          </p:cNvPr>
          <p:cNvSpPr>
            <a:spLocks noGrp="1"/>
          </p:cNvSpPr>
          <p:nvPr/>
        </p:nvSpPr>
        <p:spPr>
          <a:xfrm>
            <a:off x="9334500" y="3629025"/>
            <a:ext cx="2524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Human-Survey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Comparison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7C53FF-DA6D-C17B-FED7-B6D69B747712}"/>
              </a:ext>
            </a:extLst>
          </p:cNvPr>
          <p:cNvSpPr>
            <a:spLocks noGrp="1"/>
          </p:cNvSpPr>
          <p:nvPr/>
        </p:nvSpPr>
        <p:spPr>
          <a:xfrm>
            <a:off x="9334500" y="4219575"/>
            <a:ext cx="2524125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TVD</a:t>
            </a: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Primary: original option order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5D932829-1768-1C41-F56C-AB2192537758}"/>
              </a:ext>
            </a:extLst>
          </p:cNvPr>
          <p:cNvSpPr>
            <a:spLocks noGrp="1"/>
          </p:cNvSpPr>
          <p:nvPr/>
        </p:nvSpPr>
        <p:spPr>
          <a:xfrm>
            <a:off x="2581275" y="1733550"/>
            <a:ext cx="266700" cy="19050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D75B2810-CF3A-3CEE-9FB5-F78CE5D4AD3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266700" cy="19050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AB845F8-B408-5B98-50F9-34B5F5C797F9}"/>
              </a:ext>
            </a:extLst>
          </p:cNvPr>
          <p:cNvSpPr>
            <a:spLocks noGrp="1"/>
          </p:cNvSpPr>
          <p:nvPr/>
        </p:nvSpPr>
        <p:spPr>
          <a:xfrm>
            <a:off x="8629650" y="1733550"/>
            <a:ext cx="266700" cy="19050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46FFFD6-9E1E-562C-722C-8732EEA4373B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>
            <a:off x="10429875" y="2667000"/>
            <a:ext cx="166688" cy="809625"/>
          </a:xfrm>
          <a:prstGeom prst="straightConnector1">
            <a:avLst/>
          </a:prstGeom>
          <a:ln w="2381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ABB20E6-250F-2A9C-4F56-EF006DD33371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8620125" y="4452938"/>
            <a:ext cx="619125" cy="0"/>
          </a:xfrm>
          <a:prstGeom prst="straightConnector1">
            <a:avLst/>
          </a:prstGeom>
          <a:ln w="23813">
            <a:solidFill>
              <a:srgbClr val="333333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52729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3A66176-903C-4013-9CFB-EB337F6172A7}"/>
              </a:ext>
            </a:extLst>
          </p:cNvPr>
          <p:cNvSpPr>
            <a:spLocks noGrp="1"/>
          </p:cNvSpPr>
          <p:nvPr/>
        </p:nvSpPr>
        <p:spPr>
          <a:xfrm>
            <a:off x="1409700" y="228600"/>
            <a:ext cx="4495802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(a) Q2 </a:t>
            </a:r>
            <a:endParaRPr lang="en-US" sz="1500" b="1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 for Selective Volunteer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Military Service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7A7122-87A3-48F9-A260-87E6C222E21E}"/>
              </a:ext>
            </a:extLst>
          </p:cNvPr>
          <p:cNvSpPr>
            <a:spLocks noGrp="1"/>
          </p:cNvSpPr>
          <p:nvPr/>
        </p:nvSpPr>
        <p:spPr>
          <a:xfrm>
            <a:off x="140970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Strongly</a:t>
            </a:r>
            <a:endParaRPr sz="1100" b="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C2E3AE-97B2-447A-AA4D-DB637A1E7FBF}"/>
              </a:ext>
            </a:extLst>
          </p:cNvPr>
          <p:cNvSpPr>
            <a:spLocks noGrp="1"/>
          </p:cNvSpPr>
          <p:nvPr/>
        </p:nvSpPr>
        <p:spPr>
          <a:xfrm>
            <a:off x="220599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048762-C3FF-46D0-A29A-55CB008672EB}"/>
              </a:ext>
            </a:extLst>
          </p:cNvPr>
          <p:cNvSpPr>
            <a:spLocks noGrp="1"/>
          </p:cNvSpPr>
          <p:nvPr/>
        </p:nvSpPr>
        <p:spPr>
          <a:xfrm>
            <a:off x="300228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oppose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23F88D-D274-4B1B-8DC4-F4B1DBCED38D}"/>
              </a:ext>
            </a:extLst>
          </p:cNvPr>
          <p:cNvSpPr>
            <a:spLocks noGrp="1"/>
          </p:cNvSpPr>
          <p:nvPr/>
        </p:nvSpPr>
        <p:spPr>
          <a:xfrm>
            <a:off x="379857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Strongly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oppose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CA7989-A3D5-4A78-90DE-8E1BC4B2A05D}"/>
              </a:ext>
            </a:extLst>
          </p:cNvPr>
          <p:cNvSpPr>
            <a:spLocks noGrp="1"/>
          </p:cNvSpPr>
          <p:nvPr/>
        </p:nvSpPr>
        <p:spPr>
          <a:xfrm>
            <a:off x="459486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Don't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B1720A-B058-4128-ABCB-57BCC25614BA}"/>
              </a:ext>
            </a:extLst>
          </p:cNvPr>
          <p:cNvSpPr>
            <a:spLocks noGrp="1"/>
          </p:cNvSpPr>
          <p:nvPr/>
        </p:nvSpPr>
        <p:spPr>
          <a:xfrm>
            <a:off x="5391150" y="75247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TVD ↓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0614DC-488E-4A00-AF1E-93D6AB7907D5}"/>
              </a:ext>
            </a:extLst>
          </p:cNvPr>
          <p:cNvSpPr>
            <a:spLocks noGrp="1"/>
          </p:cNvSpPr>
          <p:nvPr/>
        </p:nvSpPr>
        <p:spPr>
          <a:xfrm>
            <a:off x="190500" y="134302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 Survey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14F33C-FFB0-4E76-994F-3B38CD843369}"/>
              </a:ext>
            </a:extLst>
          </p:cNvPr>
          <p:cNvSpPr>
            <a:spLocks noGrp="1"/>
          </p:cNvSpPr>
          <p:nvPr/>
        </p:nvSpPr>
        <p:spPr>
          <a:xfrm>
            <a:off x="1409700" y="1343025"/>
            <a:ext cx="796290" cy="523875"/>
          </a:xfrm>
          <a:prstGeom prst="rect">
            <a:avLst/>
          </a:prstGeom>
          <a:solidFill>
            <a:srgbClr val="CACAC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19.5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0B1BAA-9F74-4DA0-AE5D-BE84A2CE24A1}"/>
              </a:ext>
            </a:extLst>
          </p:cNvPr>
          <p:cNvSpPr>
            <a:spLocks noGrp="1"/>
          </p:cNvSpPr>
          <p:nvPr/>
        </p:nvSpPr>
        <p:spPr>
          <a:xfrm>
            <a:off x="2205990" y="1343025"/>
            <a:ext cx="796290" cy="523875"/>
          </a:xfrm>
          <a:prstGeom prst="rect">
            <a:avLst/>
          </a:prstGeom>
          <a:solidFill>
            <a:srgbClr val="B7B7B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27.9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42B807-BC62-4C9D-836C-C70ABE544633}"/>
              </a:ext>
            </a:extLst>
          </p:cNvPr>
          <p:cNvSpPr>
            <a:spLocks noGrp="1"/>
          </p:cNvSpPr>
          <p:nvPr/>
        </p:nvSpPr>
        <p:spPr>
          <a:xfrm>
            <a:off x="3002280" y="1343025"/>
            <a:ext cx="796290" cy="523875"/>
          </a:xfrm>
          <a:prstGeom prst="rect">
            <a:avLst/>
          </a:prstGeom>
          <a:solidFill>
            <a:srgbClr val="D3D3D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15.5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07D9CC-F80E-458A-83C1-A1B6CB1B8616}"/>
              </a:ext>
            </a:extLst>
          </p:cNvPr>
          <p:cNvSpPr>
            <a:spLocks noGrp="1"/>
          </p:cNvSpPr>
          <p:nvPr/>
        </p:nvSpPr>
        <p:spPr>
          <a:xfrm>
            <a:off x="3798570" y="1343025"/>
            <a:ext cx="796290" cy="523875"/>
          </a:xfrm>
          <a:prstGeom prst="rect">
            <a:avLst/>
          </a:prstGeom>
          <a:solidFill>
            <a:srgbClr val="BABAB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26.4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4AA06E-63F9-42F7-ACBA-40456DFD9128}"/>
              </a:ext>
            </a:extLst>
          </p:cNvPr>
          <p:cNvSpPr>
            <a:spLocks noGrp="1"/>
          </p:cNvSpPr>
          <p:nvPr/>
        </p:nvSpPr>
        <p:spPr>
          <a:xfrm>
            <a:off x="4594860" y="1343025"/>
            <a:ext cx="796290" cy="523875"/>
          </a:xfrm>
          <a:prstGeom prst="rect">
            <a:avLst/>
          </a:prstGeom>
          <a:solidFill>
            <a:srgbClr val="DEDED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10.7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F3E317-0457-4796-9D70-9B7662CEA682}"/>
              </a:ext>
            </a:extLst>
          </p:cNvPr>
          <p:cNvSpPr>
            <a:spLocks noGrp="1"/>
          </p:cNvSpPr>
          <p:nvPr/>
        </p:nvSpPr>
        <p:spPr>
          <a:xfrm>
            <a:off x="5391150" y="13430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B31B02-B8C6-4F3C-A077-0FEA59055148}"/>
              </a:ext>
            </a:extLst>
          </p:cNvPr>
          <p:cNvSpPr>
            <a:spLocks noGrp="1"/>
          </p:cNvSpPr>
          <p:nvPr/>
        </p:nvSpPr>
        <p:spPr>
          <a:xfrm>
            <a:off x="190500" y="186690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Qwen 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CDFF32-FCC9-41B8-BE59-306AC39317E1}"/>
              </a:ext>
            </a:extLst>
          </p:cNvPr>
          <p:cNvSpPr>
            <a:spLocks noGrp="1"/>
          </p:cNvSpPr>
          <p:nvPr/>
        </p:nvSpPr>
        <p:spPr>
          <a:xfrm>
            <a:off x="1409700" y="186690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550F71-A0D4-43A3-9587-B23D021583E3}"/>
              </a:ext>
            </a:extLst>
          </p:cNvPr>
          <p:cNvSpPr>
            <a:spLocks noGrp="1"/>
          </p:cNvSpPr>
          <p:nvPr/>
        </p:nvSpPr>
        <p:spPr>
          <a:xfrm>
            <a:off x="2205990" y="1866900"/>
            <a:ext cx="796290" cy="523875"/>
          </a:xfrm>
          <a:prstGeom prst="rect">
            <a:avLst/>
          </a:prstGeom>
          <a:solidFill>
            <a:srgbClr val="2C2C2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88.4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C129E6-457A-42DF-8881-ADCE6335CFDB}"/>
              </a:ext>
            </a:extLst>
          </p:cNvPr>
          <p:cNvSpPr>
            <a:spLocks noGrp="1"/>
          </p:cNvSpPr>
          <p:nvPr/>
        </p:nvSpPr>
        <p:spPr>
          <a:xfrm>
            <a:off x="3002280" y="1866900"/>
            <a:ext cx="796290" cy="523875"/>
          </a:xfrm>
          <a:prstGeom prst="rect">
            <a:avLst/>
          </a:prstGeom>
          <a:solidFill>
            <a:srgbClr val="DCDCD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11.6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3E662AF-7431-4720-8312-6206FE75FCA6}"/>
              </a:ext>
            </a:extLst>
          </p:cNvPr>
          <p:cNvSpPr>
            <a:spLocks noGrp="1"/>
          </p:cNvSpPr>
          <p:nvPr/>
        </p:nvSpPr>
        <p:spPr>
          <a:xfrm>
            <a:off x="3798570" y="186690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39DC80-5325-4B70-9ECF-919F65FD7AA3}"/>
              </a:ext>
            </a:extLst>
          </p:cNvPr>
          <p:cNvSpPr>
            <a:spLocks noGrp="1"/>
          </p:cNvSpPr>
          <p:nvPr/>
        </p:nvSpPr>
        <p:spPr>
          <a:xfrm>
            <a:off x="4594860" y="186690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07F238-033D-4164-8BA4-7D8A42141760}"/>
              </a:ext>
            </a:extLst>
          </p:cNvPr>
          <p:cNvSpPr>
            <a:spLocks noGrp="1"/>
          </p:cNvSpPr>
          <p:nvPr/>
        </p:nvSpPr>
        <p:spPr>
          <a:xfrm>
            <a:off x="5391150" y="18669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0.605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589A0C1-3304-4E16-990C-1B9A9528B7E6}"/>
              </a:ext>
            </a:extLst>
          </p:cNvPr>
          <p:cNvSpPr>
            <a:spLocks noGrp="1"/>
          </p:cNvSpPr>
          <p:nvPr/>
        </p:nvSpPr>
        <p:spPr>
          <a:xfrm>
            <a:off x="190500" y="239077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Qwen 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6EC8552-0C1C-499F-8B5F-1F95B6F099A4}"/>
              </a:ext>
            </a:extLst>
          </p:cNvPr>
          <p:cNvSpPr>
            <a:spLocks noGrp="1"/>
          </p:cNvSpPr>
          <p:nvPr/>
        </p:nvSpPr>
        <p:spPr>
          <a:xfrm>
            <a:off x="1409700" y="239077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AD3D08-FC55-461B-B381-0C2B3AF7F7B6}"/>
              </a:ext>
            </a:extLst>
          </p:cNvPr>
          <p:cNvSpPr>
            <a:spLocks noGrp="1"/>
          </p:cNvSpPr>
          <p:nvPr/>
        </p:nvSpPr>
        <p:spPr>
          <a:xfrm>
            <a:off x="2205990" y="2390775"/>
            <a:ext cx="796290" cy="523875"/>
          </a:xfrm>
          <a:prstGeom prst="rect">
            <a:avLst/>
          </a:prstGeom>
          <a:solidFill>
            <a:srgbClr val="252525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91.2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7D71D4-457D-4D46-92BC-158A021C9521}"/>
              </a:ext>
            </a:extLst>
          </p:cNvPr>
          <p:cNvSpPr>
            <a:spLocks noGrp="1"/>
          </p:cNvSpPr>
          <p:nvPr/>
        </p:nvSpPr>
        <p:spPr>
          <a:xfrm>
            <a:off x="3002280" y="2390775"/>
            <a:ext cx="796290" cy="523875"/>
          </a:xfrm>
          <a:prstGeom prst="rect">
            <a:avLst/>
          </a:prstGeom>
          <a:solidFill>
            <a:srgbClr val="E3E3E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8.7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F65105-4280-4D74-BF51-076DB2D2B015}"/>
              </a:ext>
            </a:extLst>
          </p:cNvPr>
          <p:cNvSpPr>
            <a:spLocks noGrp="1"/>
          </p:cNvSpPr>
          <p:nvPr/>
        </p:nvSpPr>
        <p:spPr>
          <a:xfrm>
            <a:off x="3798570" y="239077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A0578F-4B52-44AC-804B-41CB960AFC55}"/>
              </a:ext>
            </a:extLst>
          </p:cNvPr>
          <p:cNvSpPr>
            <a:spLocks noGrp="1"/>
          </p:cNvSpPr>
          <p:nvPr/>
        </p:nvSpPr>
        <p:spPr>
          <a:xfrm>
            <a:off x="4594860" y="239077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A9E2060-5FCB-46A6-8FF5-7E7D14F5F2A8}"/>
              </a:ext>
            </a:extLst>
          </p:cNvPr>
          <p:cNvSpPr>
            <a:spLocks noGrp="1"/>
          </p:cNvSpPr>
          <p:nvPr/>
        </p:nvSpPr>
        <p:spPr>
          <a:xfrm>
            <a:off x="5391150" y="23907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0.633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7932AB-2EC4-42A5-9205-D9840A6BEB43}"/>
              </a:ext>
            </a:extLst>
          </p:cNvPr>
          <p:cNvSpPr>
            <a:spLocks noGrp="1"/>
          </p:cNvSpPr>
          <p:nvPr/>
        </p:nvSpPr>
        <p:spPr>
          <a:xfrm>
            <a:off x="190500" y="291465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EXAONE 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1962720-E387-48F3-98ED-63E0C7E58269}"/>
              </a:ext>
            </a:extLst>
          </p:cNvPr>
          <p:cNvSpPr>
            <a:spLocks noGrp="1"/>
          </p:cNvSpPr>
          <p:nvPr/>
        </p:nvSpPr>
        <p:spPr>
          <a:xfrm>
            <a:off x="1409700" y="291465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DB15D0A-713F-4B28-9457-73BE88092DEE}"/>
              </a:ext>
            </a:extLst>
          </p:cNvPr>
          <p:cNvSpPr>
            <a:spLocks noGrp="1"/>
          </p:cNvSpPr>
          <p:nvPr/>
        </p:nvSpPr>
        <p:spPr>
          <a:xfrm>
            <a:off x="2205990" y="2914650"/>
            <a:ext cx="796290" cy="523875"/>
          </a:xfrm>
          <a:prstGeom prst="rect">
            <a:avLst/>
          </a:prstGeom>
          <a:solidFill>
            <a:srgbClr val="4A4A4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75.2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D71747-7DAD-4901-9465-31AC10A9B9E4}"/>
              </a:ext>
            </a:extLst>
          </p:cNvPr>
          <p:cNvSpPr>
            <a:spLocks noGrp="1"/>
          </p:cNvSpPr>
          <p:nvPr/>
        </p:nvSpPr>
        <p:spPr>
          <a:xfrm>
            <a:off x="3002280" y="2914650"/>
            <a:ext cx="796290" cy="523875"/>
          </a:xfrm>
          <a:prstGeom prst="rect">
            <a:avLst/>
          </a:prstGeom>
          <a:solidFill>
            <a:srgbClr val="E1E1E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9.7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2C2DDA7-1FE6-41AD-9DB1-6FA5D5814F93}"/>
              </a:ext>
            </a:extLst>
          </p:cNvPr>
          <p:cNvSpPr>
            <a:spLocks noGrp="1"/>
          </p:cNvSpPr>
          <p:nvPr/>
        </p:nvSpPr>
        <p:spPr>
          <a:xfrm>
            <a:off x="3798570" y="291465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1F6540E-3DD6-4C21-B0DA-B2DBF7E3D1FE}"/>
              </a:ext>
            </a:extLst>
          </p:cNvPr>
          <p:cNvSpPr>
            <a:spLocks noGrp="1"/>
          </p:cNvSpPr>
          <p:nvPr/>
        </p:nvSpPr>
        <p:spPr>
          <a:xfrm>
            <a:off x="4594860" y="2914650"/>
            <a:ext cx="796290" cy="523875"/>
          </a:xfrm>
          <a:prstGeom prst="rect">
            <a:avLst/>
          </a:prstGeom>
          <a:solidFill>
            <a:srgbClr val="D5D5D5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14.8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45D81B7-08D6-46C0-ADB5-9AAD30EE5A6A}"/>
              </a:ext>
            </a:extLst>
          </p:cNvPr>
          <p:cNvSpPr>
            <a:spLocks noGrp="1"/>
          </p:cNvSpPr>
          <p:nvPr/>
        </p:nvSpPr>
        <p:spPr>
          <a:xfrm>
            <a:off x="5391150" y="291465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0.514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B1B8F06-449F-4967-87A7-7F517798D60E}"/>
              </a:ext>
            </a:extLst>
          </p:cNvPr>
          <p:cNvSpPr>
            <a:spLocks noGrp="1"/>
          </p:cNvSpPr>
          <p:nvPr/>
        </p:nvSpPr>
        <p:spPr>
          <a:xfrm>
            <a:off x="190500" y="343852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EXAONE P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AF347D8-CACA-4C2F-B794-5F4904913E76}"/>
              </a:ext>
            </a:extLst>
          </p:cNvPr>
          <p:cNvSpPr>
            <a:spLocks noGrp="1"/>
          </p:cNvSpPr>
          <p:nvPr/>
        </p:nvSpPr>
        <p:spPr>
          <a:xfrm>
            <a:off x="1409700" y="3438525"/>
            <a:ext cx="79629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A2E6286-85C9-4E68-9537-72EA064DB628}"/>
              </a:ext>
            </a:extLst>
          </p:cNvPr>
          <p:cNvSpPr>
            <a:spLocks noGrp="1"/>
          </p:cNvSpPr>
          <p:nvPr/>
        </p:nvSpPr>
        <p:spPr>
          <a:xfrm>
            <a:off x="2205990" y="3438525"/>
            <a:ext cx="796290" cy="523875"/>
          </a:xfrm>
          <a:prstGeom prst="rect">
            <a:avLst/>
          </a:prstGeom>
          <a:solidFill>
            <a:srgbClr val="2F2F2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87.0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2E4D08B-AFC1-4886-AD09-5A6FE95A3977}"/>
              </a:ext>
            </a:extLst>
          </p:cNvPr>
          <p:cNvSpPr>
            <a:spLocks noGrp="1"/>
          </p:cNvSpPr>
          <p:nvPr/>
        </p:nvSpPr>
        <p:spPr>
          <a:xfrm>
            <a:off x="3002280" y="3438525"/>
            <a:ext cx="796290" cy="523875"/>
          </a:xfrm>
          <a:prstGeom prst="rect">
            <a:avLst/>
          </a:prstGeom>
          <a:solidFill>
            <a:srgbClr val="EBEBE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0896537-9BBD-476B-812A-3A3D64153D5A}"/>
              </a:ext>
            </a:extLst>
          </p:cNvPr>
          <p:cNvSpPr>
            <a:spLocks noGrp="1"/>
          </p:cNvSpPr>
          <p:nvPr/>
        </p:nvSpPr>
        <p:spPr>
          <a:xfrm>
            <a:off x="3798570" y="343852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E915739-8063-4CFC-8302-15DFF7BC34AB}"/>
              </a:ext>
            </a:extLst>
          </p:cNvPr>
          <p:cNvSpPr>
            <a:spLocks noGrp="1"/>
          </p:cNvSpPr>
          <p:nvPr/>
        </p:nvSpPr>
        <p:spPr>
          <a:xfrm>
            <a:off x="4594860" y="3438525"/>
            <a:ext cx="796290" cy="523875"/>
          </a:xfrm>
          <a:prstGeom prst="rect">
            <a:avLst/>
          </a:prstGeom>
          <a:solidFill>
            <a:srgbClr val="E7E7E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148EDF9-7505-4E7C-A90D-3A43BDA8B033}"/>
              </a:ext>
            </a:extLst>
          </p:cNvPr>
          <p:cNvSpPr>
            <a:spLocks noGrp="1"/>
          </p:cNvSpPr>
          <p:nvPr/>
        </p:nvSpPr>
        <p:spPr>
          <a:xfrm>
            <a:off x="5391150" y="34385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0.591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AFA0339-E399-45B4-8EAD-3F0D23CAE483}"/>
              </a:ext>
            </a:extLst>
          </p:cNvPr>
          <p:cNvSpPr>
            <a:spLocks noGrp="1"/>
          </p:cNvSpPr>
          <p:nvPr/>
        </p:nvSpPr>
        <p:spPr>
          <a:xfrm>
            <a:off x="190500" y="396240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Gemma D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1A4600F-D057-45C9-8B00-9E5A01151369}"/>
              </a:ext>
            </a:extLst>
          </p:cNvPr>
          <p:cNvSpPr>
            <a:spLocks noGrp="1"/>
          </p:cNvSpPr>
          <p:nvPr/>
        </p:nvSpPr>
        <p:spPr>
          <a:xfrm>
            <a:off x="1409700" y="3962400"/>
            <a:ext cx="796290" cy="523875"/>
          </a:xfrm>
          <a:prstGeom prst="rect">
            <a:avLst/>
          </a:prstGeom>
          <a:solidFill>
            <a:srgbClr val="F0F0F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3.0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9A04275-11C5-4F94-95B6-2E821980C697}"/>
              </a:ext>
            </a:extLst>
          </p:cNvPr>
          <p:cNvSpPr>
            <a:spLocks noGrp="1"/>
          </p:cNvSpPr>
          <p:nvPr/>
        </p:nvSpPr>
        <p:spPr>
          <a:xfrm>
            <a:off x="2205990" y="3962400"/>
            <a:ext cx="796290" cy="523875"/>
          </a:xfrm>
          <a:prstGeom prst="rect">
            <a:avLst/>
          </a:prstGeom>
          <a:solidFill>
            <a:srgbClr val="E4E4E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8.2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3EF7EA3-A496-44B7-8F08-7DF264EC421B}"/>
              </a:ext>
            </a:extLst>
          </p:cNvPr>
          <p:cNvSpPr>
            <a:spLocks noGrp="1"/>
          </p:cNvSpPr>
          <p:nvPr/>
        </p:nvSpPr>
        <p:spPr>
          <a:xfrm>
            <a:off x="3002280" y="3962400"/>
            <a:ext cx="796290" cy="523875"/>
          </a:xfrm>
          <a:prstGeom prst="rect">
            <a:avLst/>
          </a:prstGeom>
          <a:solidFill>
            <a:srgbClr val="4E4E4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73.5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29CAB2-AD80-4991-B3D7-CE99C08473C6}"/>
              </a:ext>
            </a:extLst>
          </p:cNvPr>
          <p:cNvSpPr>
            <a:spLocks noGrp="1"/>
          </p:cNvSpPr>
          <p:nvPr/>
        </p:nvSpPr>
        <p:spPr>
          <a:xfrm>
            <a:off x="3798570" y="3962400"/>
            <a:ext cx="796290" cy="523875"/>
          </a:xfrm>
          <a:prstGeom prst="rect">
            <a:avLst/>
          </a:prstGeom>
          <a:solidFill>
            <a:srgbClr val="D7D7D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13.7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54BC475-C14E-4657-93B5-6F0E956342AA}"/>
              </a:ext>
            </a:extLst>
          </p:cNvPr>
          <p:cNvSpPr>
            <a:spLocks noGrp="1"/>
          </p:cNvSpPr>
          <p:nvPr/>
        </p:nvSpPr>
        <p:spPr>
          <a:xfrm>
            <a:off x="4594860" y="3962400"/>
            <a:ext cx="79629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2C8F224-D225-47AD-863A-BE65EBA1D5C5}"/>
              </a:ext>
            </a:extLst>
          </p:cNvPr>
          <p:cNvSpPr>
            <a:spLocks noGrp="1"/>
          </p:cNvSpPr>
          <p:nvPr/>
        </p:nvSpPr>
        <p:spPr>
          <a:xfrm>
            <a:off x="5391150" y="39624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0.580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01B298E-DFB9-431E-A3BA-F7A4C244C9D7}"/>
              </a:ext>
            </a:extLst>
          </p:cNvPr>
          <p:cNvSpPr>
            <a:spLocks noGrp="1"/>
          </p:cNvSpPr>
          <p:nvPr/>
        </p:nvSpPr>
        <p:spPr>
          <a:xfrm>
            <a:off x="190500" y="448627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Gemma P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64324FB-1B13-4DE4-862D-2708CA79D8FC}"/>
              </a:ext>
            </a:extLst>
          </p:cNvPr>
          <p:cNvSpPr>
            <a:spLocks noGrp="1"/>
          </p:cNvSpPr>
          <p:nvPr/>
        </p:nvSpPr>
        <p:spPr>
          <a:xfrm>
            <a:off x="1409700" y="4486275"/>
            <a:ext cx="79629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4128FB-97F4-4D37-A1FC-571BFF145BD3}"/>
              </a:ext>
            </a:extLst>
          </p:cNvPr>
          <p:cNvSpPr>
            <a:spLocks noGrp="1"/>
          </p:cNvSpPr>
          <p:nvPr/>
        </p:nvSpPr>
        <p:spPr>
          <a:xfrm>
            <a:off x="2205990" y="4486275"/>
            <a:ext cx="796290" cy="523875"/>
          </a:xfrm>
          <a:prstGeom prst="rect">
            <a:avLst/>
          </a:prstGeom>
          <a:solidFill>
            <a:srgbClr val="E6E6E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7.5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2451185-FA77-4F25-AD83-4C13630D3C40}"/>
              </a:ext>
            </a:extLst>
          </p:cNvPr>
          <p:cNvSpPr>
            <a:spLocks noGrp="1"/>
          </p:cNvSpPr>
          <p:nvPr/>
        </p:nvSpPr>
        <p:spPr>
          <a:xfrm>
            <a:off x="3002280" y="4486275"/>
            <a:ext cx="796290" cy="523875"/>
          </a:xfrm>
          <a:prstGeom prst="rect">
            <a:avLst/>
          </a:prstGeom>
          <a:solidFill>
            <a:srgbClr val="40404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79.6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0723564-B171-49BF-8022-4C89D41C0292}"/>
              </a:ext>
            </a:extLst>
          </p:cNvPr>
          <p:cNvSpPr>
            <a:spLocks noGrp="1"/>
          </p:cNvSpPr>
          <p:nvPr/>
        </p:nvSpPr>
        <p:spPr>
          <a:xfrm>
            <a:off x="3798570" y="4486275"/>
            <a:ext cx="796290" cy="523875"/>
          </a:xfrm>
          <a:prstGeom prst="rect">
            <a:avLst/>
          </a:prstGeom>
          <a:solidFill>
            <a:srgbClr val="E1E1E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9.7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7BAD094-9595-4717-AE78-18183C4C36E9}"/>
              </a:ext>
            </a:extLst>
          </p:cNvPr>
          <p:cNvSpPr>
            <a:spLocks noGrp="1"/>
          </p:cNvSpPr>
          <p:nvPr/>
        </p:nvSpPr>
        <p:spPr>
          <a:xfrm>
            <a:off x="4594860" y="4486275"/>
            <a:ext cx="79629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B07CF12-EB2A-4A59-A1D1-0A9BC9FD9B12}"/>
              </a:ext>
            </a:extLst>
          </p:cNvPr>
          <p:cNvSpPr>
            <a:spLocks noGrp="1"/>
          </p:cNvSpPr>
          <p:nvPr/>
        </p:nvSpPr>
        <p:spPr>
          <a:xfrm>
            <a:off x="5391150" y="44862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0.641</a:t>
            </a:r>
          </a:p>
        </p:txBody>
      </p:sp>
      <p:sp>
        <p:nvSpPr>
          <p:cNvPr id="57" name="직선 연결선 56">
            <a:extLst>
              <a:ext uri="{FF2B5EF4-FFF2-40B4-BE49-F238E27FC236}">
                <a16:creationId xmlns:a16="http://schemas.microsoft.com/office/drawing/2014/main" id="{48EAAA18-4D5F-4B03-949E-F25F79BF66F3}"/>
              </a:ext>
            </a:extLst>
          </p:cNvPr>
          <p:cNvSpPr>
            <a:spLocks noGrp="1"/>
          </p:cNvSpPr>
          <p:nvPr/>
        </p:nvSpPr>
        <p:spPr>
          <a:xfrm>
            <a:off x="5391150" y="1343025"/>
            <a:ext cx="0" cy="3667125"/>
          </a:xfrm>
          <a:prstGeom prst="line">
            <a:avLst/>
          </a:prstGeom>
          <a:noFill/>
          <a:ln w="23813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8" name="직선 연결선 57">
            <a:extLst>
              <a:ext uri="{FF2B5EF4-FFF2-40B4-BE49-F238E27FC236}">
                <a16:creationId xmlns:a16="http://schemas.microsoft.com/office/drawing/2014/main" id="{E55C3A6A-BF50-4EF8-86E7-3A5CC51412E8}"/>
              </a:ext>
            </a:extLst>
          </p:cNvPr>
          <p:cNvSpPr>
            <a:spLocks noGrp="1"/>
          </p:cNvSpPr>
          <p:nvPr/>
        </p:nvSpPr>
        <p:spPr>
          <a:xfrm>
            <a:off x="1409700" y="1343025"/>
            <a:ext cx="4591050" cy="0"/>
          </a:xfrm>
          <a:prstGeom prst="line">
            <a:avLst/>
          </a:prstGeom>
          <a:noFill/>
          <a:ln w="1047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직선 연결선 58">
            <a:extLst>
              <a:ext uri="{FF2B5EF4-FFF2-40B4-BE49-F238E27FC236}">
                <a16:creationId xmlns:a16="http://schemas.microsoft.com/office/drawing/2014/main" id="{6BC3385C-48E1-4775-9C62-C6FC05E767A7}"/>
              </a:ext>
            </a:extLst>
          </p:cNvPr>
          <p:cNvSpPr>
            <a:spLocks noGrp="1"/>
          </p:cNvSpPr>
          <p:nvPr/>
        </p:nvSpPr>
        <p:spPr>
          <a:xfrm>
            <a:off x="1409700" y="239077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0" name="직선 연결선 59">
            <a:extLst>
              <a:ext uri="{FF2B5EF4-FFF2-40B4-BE49-F238E27FC236}">
                <a16:creationId xmlns:a16="http://schemas.microsoft.com/office/drawing/2014/main" id="{223E06C1-6196-4A36-9542-D3E82EECE09C}"/>
              </a:ext>
            </a:extLst>
          </p:cNvPr>
          <p:cNvSpPr>
            <a:spLocks noGrp="1"/>
          </p:cNvSpPr>
          <p:nvPr/>
        </p:nvSpPr>
        <p:spPr>
          <a:xfrm>
            <a:off x="1409700" y="343852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1" name="직선 연결선 60">
            <a:extLst>
              <a:ext uri="{FF2B5EF4-FFF2-40B4-BE49-F238E27FC236}">
                <a16:creationId xmlns:a16="http://schemas.microsoft.com/office/drawing/2014/main" id="{A4525495-405C-4957-B723-760BEC758F41}"/>
              </a:ext>
            </a:extLst>
          </p:cNvPr>
          <p:cNvSpPr>
            <a:spLocks noGrp="1"/>
          </p:cNvSpPr>
          <p:nvPr/>
        </p:nvSpPr>
        <p:spPr>
          <a:xfrm>
            <a:off x="1409700" y="448627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5E5FA8-A11B-4641-ADBD-7FE40CA96A09}"/>
              </a:ext>
            </a:extLst>
          </p:cNvPr>
          <p:cNvSpPr>
            <a:spLocks noGrp="1"/>
          </p:cNvSpPr>
          <p:nvPr/>
        </p:nvSpPr>
        <p:spPr>
          <a:xfrm>
            <a:off x="6286500" y="22860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(b) Q3 </a:t>
            </a:r>
            <a:endParaRPr lang="en-US" sz="1500" b="1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Expected Help in Addressing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Military Personnel Shortages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DDB038A-8515-464F-8968-09DAC29A0C98}"/>
              </a:ext>
            </a:extLst>
          </p:cNvPr>
          <p:cNvSpPr>
            <a:spLocks noGrp="1"/>
          </p:cNvSpPr>
          <p:nvPr/>
        </p:nvSpPr>
        <p:spPr>
          <a:xfrm>
            <a:off x="628650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Very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C3DE218-54F5-4C4E-8E1A-9C5EB8CA8530}"/>
              </a:ext>
            </a:extLst>
          </p:cNvPr>
          <p:cNvSpPr>
            <a:spLocks noGrp="1"/>
          </p:cNvSpPr>
          <p:nvPr/>
        </p:nvSpPr>
        <p:spPr>
          <a:xfrm>
            <a:off x="730758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2F2364D-767C-459D-A3CD-D4936D88671C}"/>
              </a:ext>
            </a:extLst>
          </p:cNvPr>
          <p:cNvSpPr>
            <a:spLocks noGrp="1"/>
          </p:cNvSpPr>
          <p:nvPr/>
        </p:nvSpPr>
        <p:spPr>
          <a:xfrm>
            <a:off x="832866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Not very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D9FF79B-2BB0-443A-A4BE-B2A3B94FDE0F}"/>
              </a:ext>
            </a:extLst>
          </p:cNvPr>
          <p:cNvSpPr>
            <a:spLocks noGrp="1"/>
          </p:cNvSpPr>
          <p:nvPr/>
        </p:nvSpPr>
        <p:spPr>
          <a:xfrm>
            <a:off x="934974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Not at all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0633F77-604C-49E1-B692-54917B964F87}"/>
              </a:ext>
            </a:extLst>
          </p:cNvPr>
          <p:cNvSpPr>
            <a:spLocks noGrp="1"/>
          </p:cNvSpPr>
          <p:nvPr/>
        </p:nvSpPr>
        <p:spPr>
          <a:xfrm>
            <a:off x="1037082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Don't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8E4155D-2B05-42C4-906E-FDD47D936885}"/>
              </a:ext>
            </a:extLst>
          </p:cNvPr>
          <p:cNvSpPr>
            <a:spLocks noGrp="1"/>
          </p:cNvSpPr>
          <p:nvPr/>
        </p:nvSpPr>
        <p:spPr>
          <a:xfrm>
            <a:off x="11391900" y="75247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TVD ↓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987FD14-CB47-4AEB-B553-46ECA57713FB}"/>
              </a:ext>
            </a:extLst>
          </p:cNvPr>
          <p:cNvSpPr>
            <a:spLocks noGrp="1"/>
          </p:cNvSpPr>
          <p:nvPr/>
        </p:nvSpPr>
        <p:spPr>
          <a:xfrm>
            <a:off x="6286500" y="1343025"/>
            <a:ext cx="1021080" cy="523875"/>
          </a:xfrm>
          <a:prstGeom prst="rect">
            <a:avLst/>
          </a:prstGeom>
          <a:solidFill>
            <a:srgbClr val="D6D6D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14.4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4708933-5C7B-4733-A828-D184ED46062E}"/>
              </a:ext>
            </a:extLst>
          </p:cNvPr>
          <p:cNvSpPr>
            <a:spLocks noGrp="1"/>
          </p:cNvSpPr>
          <p:nvPr/>
        </p:nvSpPr>
        <p:spPr>
          <a:xfrm>
            <a:off x="7307580" y="1343025"/>
            <a:ext cx="1021080" cy="523875"/>
          </a:xfrm>
          <a:prstGeom prst="rect">
            <a:avLst/>
          </a:prstGeom>
          <a:solidFill>
            <a:srgbClr val="B6B6B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28.3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2705ADA-9231-4907-B982-4ED927D5C328}"/>
              </a:ext>
            </a:extLst>
          </p:cNvPr>
          <p:cNvSpPr>
            <a:spLocks noGrp="1"/>
          </p:cNvSpPr>
          <p:nvPr/>
        </p:nvSpPr>
        <p:spPr>
          <a:xfrm>
            <a:off x="8328660" y="1343025"/>
            <a:ext cx="1021080" cy="523875"/>
          </a:xfrm>
          <a:prstGeom prst="rect">
            <a:avLst/>
          </a:prstGeom>
          <a:solidFill>
            <a:srgbClr val="C8C8C8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20.3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3B4597D-BE0A-419B-A00F-F1162712737E}"/>
              </a:ext>
            </a:extLst>
          </p:cNvPr>
          <p:cNvSpPr>
            <a:spLocks noGrp="1"/>
          </p:cNvSpPr>
          <p:nvPr/>
        </p:nvSpPr>
        <p:spPr>
          <a:xfrm>
            <a:off x="9349740" y="1343025"/>
            <a:ext cx="1021080" cy="523875"/>
          </a:xfrm>
          <a:prstGeom prst="rect">
            <a:avLst/>
          </a:prstGeom>
          <a:solidFill>
            <a:srgbClr val="B3B3B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29.6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C6458A1-6A2B-44BD-B45F-0361C14B7B77}"/>
              </a:ext>
            </a:extLst>
          </p:cNvPr>
          <p:cNvSpPr>
            <a:spLocks noGrp="1"/>
          </p:cNvSpPr>
          <p:nvPr/>
        </p:nvSpPr>
        <p:spPr>
          <a:xfrm>
            <a:off x="10370820" y="1343025"/>
            <a:ext cx="1021080" cy="523875"/>
          </a:xfrm>
          <a:prstGeom prst="rect">
            <a:avLst/>
          </a:prstGeom>
          <a:solidFill>
            <a:srgbClr val="E6E6E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7.3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869519F-0412-4FCC-9B28-5B4B36FF5EFF}"/>
              </a:ext>
            </a:extLst>
          </p:cNvPr>
          <p:cNvSpPr>
            <a:spLocks noGrp="1"/>
          </p:cNvSpPr>
          <p:nvPr/>
        </p:nvSpPr>
        <p:spPr>
          <a:xfrm>
            <a:off x="11391900" y="13430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0611482-A522-448B-BC84-7697902A17CD}"/>
              </a:ext>
            </a:extLst>
          </p:cNvPr>
          <p:cNvSpPr>
            <a:spLocks noGrp="1"/>
          </p:cNvSpPr>
          <p:nvPr/>
        </p:nvSpPr>
        <p:spPr>
          <a:xfrm>
            <a:off x="628650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5C3C02E-EAE3-4C8E-A48F-A578A1366280}"/>
              </a:ext>
            </a:extLst>
          </p:cNvPr>
          <p:cNvSpPr>
            <a:spLocks noGrp="1"/>
          </p:cNvSpPr>
          <p:nvPr/>
        </p:nvSpPr>
        <p:spPr>
          <a:xfrm>
            <a:off x="7307580" y="1866900"/>
            <a:ext cx="1021080" cy="523875"/>
          </a:xfrm>
          <a:prstGeom prst="rect">
            <a:avLst/>
          </a:prstGeom>
          <a:solidFill>
            <a:srgbClr val="1C1C1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95.1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F3CC732-5AB8-4847-B294-CF11A3E2568A}"/>
              </a:ext>
            </a:extLst>
          </p:cNvPr>
          <p:cNvSpPr>
            <a:spLocks noGrp="1"/>
          </p:cNvSpPr>
          <p:nvPr/>
        </p:nvSpPr>
        <p:spPr>
          <a:xfrm>
            <a:off x="8328660" y="1866900"/>
            <a:ext cx="1021080" cy="523875"/>
          </a:xfrm>
          <a:prstGeom prst="rect">
            <a:avLst/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4.8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AA227CB-C662-4D9D-A2BF-29F9B8D4C2B9}"/>
              </a:ext>
            </a:extLst>
          </p:cNvPr>
          <p:cNvSpPr>
            <a:spLocks noGrp="1"/>
          </p:cNvSpPr>
          <p:nvPr/>
        </p:nvSpPr>
        <p:spPr>
          <a:xfrm>
            <a:off x="934974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4CDED45-6E39-43F2-91A7-A68E2F484B92}"/>
              </a:ext>
            </a:extLst>
          </p:cNvPr>
          <p:cNvSpPr>
            <a:spLocks noGrp="1"/>
          </p:cNvSpPr>
          <p:nvPr/>
        </p:nvSpPr>
        <p:spPr>
          <a:xfrm>
            <a:off x="1037082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3DA9350-A2F8-4509-8B32-15017089D8EB}"/>
              </a:ext>
            </a:extLst>
          </p:cNvPr>
          <p:cNvSpPr>
            <a:spLocks noGrp="1"/>
          </p:cNvSpPr>
          <p:nvPr/>
        </p:nvSpPr>
        <p:spPr>
          <a:xfrm>
            <a:off x="11391900" y="18669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0.668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2E579BE-1E68-4B2D-AAB1-31312B7B2BD1}"/>
              </a:ext>
            </a:extLst>
          </p:cNvPr>
          <p:cNvSpPr>
            <a:spLocks noGrp="1"/>
          </p:cNvSpPr>
          <p:nvPr/>
        </p:nvSpPr>
        <p:spPr>
          <a:xfrm>
            <a:off x="628650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F07755D-69C5-4BED-BD83-73EDA343C8DF}"/>
              </a:ext>
            </a:extLst>
          </p:cNvPr>
          <p:cNvSpPr>
            <a:spLocks noGrp="1"/>
          </p:cNvSpPr>
          <p:nvPr/>
        </p:nvSpPr>
        <p:spPr>
          <a:xfrm>
            <a:off x="7307580" y="2390775"/>
            <a:ext cx="1021080" cy="523875"/>
          </a:xfrm>
          <a:prstGeom prst="rect">
            <a:avLst/>
          </a:prstGeom>
          <a:solidFill>
            <a:srgbClr val="16161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98.4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DD2644E-F868-4623-AFB7-7F7B8A87251A}"/>
              </a:ext>
            </a:extLst>
          </p:cNvPr>
          <p:cNvSpPr>
            <a:spLocks noGrp="1"/>
          </p:cNvSpPr>
          <p:nvPr/>
        </p:nvSpPr>
        <p:spPr>
          <a:xfrm>
            <a:off x="8328660" y="2390775"/>
            <a:ext cx="102108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82B08B8-8D1C-4669-8359-1BF5DC8C1E74}"/>
              </a:ext>
            </a:extLst>
          </p:cNvPr>
          <p:cNvSpPr>
            <a:spLocks noGrp="1"/>
          </p:cNvSpPr>
          <p:nvPr/>
        </p:nvSpPr>
        <p:spPr>
          <a:xfrm>
            <a:off x="934974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60E9715-B38C-4DA3-AFDF-0D5BDB44248E}"/>
              </a:ext>
            </a:extLst>
          </p:cNvPr>
          <p:cNvSpPr>
            <a:spLocks noGrp="1"/>
          </p:cNvSpPr>
          <p:nvPr/>
        </p:nvSpPr>
        <p:spPr>
          <a:xfrm>
            <a:off x="1037082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FDCFC4E-E4F3-4FFA-8304-94B02523A056}"/>
              </a:ext>
            </a:extLst>
          </p:cNvPr>
          <p:cNvSpPr>
            <a:spLocks noGrp="1"/>
          </p:cNvSpPr>
          <p:nvPr/>
        </p:nvSpPr>
        <p:spPr>
          <a:xfrm>
            <a:off x="11391900" y="23907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0.701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A4F84C4-21F4-4ED5-A358-8544F9765F0F}"/>
              </a:ext>
            </a:extLst>
          </p:cNvPr>
          <p:cNvSpPr>
            <a:spLocks noGrp="1"/>
          </p:cNvSpPr>
          <p:nvPr/>
        </p:nvSpPr>
        <p:spPr>
          <a:xfrm>
            <a:off x="6286500" y="291465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C32FA6D-D9B0-4906-AD29-A8035CFB05D8}"/>
              </a:ext>
            </a:extLst>
          </p:cNvPr>
          <p:cNvSpPr>
            <a:spLocks noGrp="1"/>
          </p:cNvSpPr>
          <p:nvPr/>
        </p:nvSpPr>
        <p:spPr>
          <a:xfrm>
            <a:off x="7307580" y="2914650"/>
            <a:ext cx="1021080" cy="523875"/>
          </a:xfrm>
          <a:prstGeom prst="rect">
            <a:avLst/>
          </a:prstGeom>
          <a:solidFill>
            <a:srgbClr val="24242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91.8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FFBCB94-BC92-4073-8949-5F548C54FEC9}"/>
              </a:ext>
            </a:extLst>
          </p:cNvPr>
          <p:cNvSpPr>
            <a:spLocks noGrp="1"/>
          </p:cNvSpPr>
          <p:nvPr/>
        </p:nvSpPr>
        <p:spPr>
          <a:xfrm>
            <a:off x="8328660" y="2914650"/>
            <a:ext cx="1021080" cy="523875"/>
          </a:xfrm>
          <a:prstGeom prst="rect">
            <a:avLst/>
          </a:prstGeom>
          <a:solidFill>
            <a:srgbClr val="EFEFE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3.5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4B4ED7A-1D2A-4F87-BAA3-92F74901B82A}"/>
              </a:ext>
            </a:extLst>
          </p:cNvPr>
          <p:cNvSpPr>
            <a:spLocks noGrp="1"/>
          </p:cNvSpPr>
          <p:nvPr/>
        </p:nvSpPr>
        <p:spPr>
          <a:xfrm>
            <a:off x="9349740" y="2914650"/>
            <a:ext cx="102108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801E7A-4881-422D-9B93-301D512B5635}"/>
              </a:ext>
            </a:extLst>
          </p:cNvPr>
          <p:cNvSpPr>
            <a:spLocks noGrp="1"/>
          </p:cNvSpPr>
          <p:nvPr/>
        </p:nvSpPr>
        <p:spPr>
          <a:xfrm>
            <a:off x="10370820" y="2914650"/>
            <a:ext cx="1021080" cy="523875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4.2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11FB251-2614-44BC-A4C5-AAE7346B864C}"/>
              </a:ext>
            </a:extLst>
          </p:cNvPr>
          <p:cNvSpPr>
            <a:spLocks noGrp="1"/>
          </p:cNvSpPr>
          <p:nvPr/>
        </p:nvSpPr>
        <p:spPr>
          <a:xfrm>
            <a:off x="11391900" y="291465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0.635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8EC7214C-74A3-4059-BA34-06EAAC12457A}"/>
              </a:ext>
            </a:extLst>
          </p:cNvPr>
          <p:cNvSpPr>
            <a:spLocks noGrp="1"/>
          </p:cNvSpPr>
          <p:nvPr/>
        </p:nvSpPr>
        <p:spPr>
          <a:xfrm>
            <a:off x="6286500" y="343852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73DFF39-EA2D-4D4B-95F7-3F423277341E}"/>
              </a:ext>
            </a:extLst>
          </p:cNvPr>
          <p:cNvSpPr>
            <a:spLocks noGrp="1"/>
          </p:cNvSpPr>
          <p:nvPr/>
        </p:nvSpPr>
        <p:spPr>
          <a:xfrm>
            <a:off x="7307580" y="3438525"/>
            <a:ext cx="1021080" cy="523875"/>
          </a:xfrm>
          <a:prstGeom prst="rect">
            <a:avLst/>
          </a:prstGeom>
          <a:solidFill>
            <a:srgbClr val="1C1C1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95.4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3BB9CD5-26F6-4720-9F2D-BA376BEE1B66}"/>
              </a:ext>
            </a:extLst>
          </p:cNvPr>
          <p:cNvSpPr>
            <a:spLocks noGrp="1"/>
          </p:cNvSpPr>
          <p:nvPr/>
        </p:nvSpPr>
        <p:spPr>
          <a:xfrm>
            <a:off x="8328660" y="3438525"/>
            <a:ext cx="1021080" cy="523875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1.3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A0773B8-8350-45EB-AC0C-976304C4C66C}"/>
              </a:ext>
            </a:extLst>
          </p:cNvPr>
          <p:cNvSpPr>
            <a:spLocks noGrp="1"/>
          </p:cNvSpPr>
          <p:nvPr/>
        </p:nvSpPr>
        <p:spPr>
          <a:xfrm>
            <a:off x="9349740" y="343852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4B203C8D-BECF-410D-AA9A-F7166241E2D0}"/>
              </a:ext>
            </a:extLst>
          </p:cNvPr>
          <p:cNvSpPr>
            <a:spLocks noGrp="1"/>
          </p:cNvSpPr>
          <p:nvPr/>
        </p:nvSpPr>
        <p:spPr>
          <a:xfrm>
            <a:off x="10370820" y="3438525"/>
            <a:ext cx="1021080" cy="523875"/>
          </a:xfrm>
          <a:prstGeom prst="rect">
            <a:avLst/>
          </a:prstGeom>
          <a:solidFill>
            <a:srgbClr val="F0F0F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2.9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B14D08B-09CC-45D4-A318-2355765F8B1D}"/>
              </a:ext>
            </a:extLst>
          </p:cNvPr>
          <p:cNvSpPr>
            <a:spLocks noGrp="1"/>
          </p:cNvSpPr>
          <p:nvPr/>
        </p:nvSpPr>
        <p:spPr>
          <a:xfrm>
            <a:off x="11391900" y="34385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0.671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274DD02-BE97-4561-865A-116FF214E2C6}"/>
              </a:ext>
            </a:extLst>
          </p:cNvPr>
          <p:cNvSpPr>
            <a:spLocks noGrp="1"/>
          </p:cNvSpPr>
          <p:nvPr/>
        </p:nvSpPr>
        <p:spPr>
          <a:xfrm>
            <a:off x="6286500" y="3962400"/>
            <a:ext cx="1021080" cy="523875"/>
          </a:xfrm>
          <a:prstGeom prst="rect">
            <a:avLst/>
          </a:prstGeom>
          <a:solidFill>
            <a:srgbClr val="EFEFE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3.4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DBA0EEC-E366-4C71-80FD-B26F4EBF7B29}"/>
              </a:ext>
            </a:extLst>
          </p:cNvPr>
          <p:cNvSpPr>
            <a:spLocks noGrp="1"/>
          </p:cNvSpPr>
          <p:nvPr/>
        </p:nvSpPr>
        <p:spPr>
          <a:xfrm>
            <a:off x="7307580" y="3962400"/>
            <a:ext cx="1021080" cy="523875"/>
          </a:xfrm>
          <a:prstGeom prst="rect">
            <a:avLst/>
          </a:prstGeom>
          <a:solidFill>
            <a:srgbClr val="5B5B5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67.8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C3E7CB9-FB53-45C6-8170-78677E1C45AA}"/>
              </a:ext>
            </a:extLst>
          </p:cNvPr>
          <p:cNvSpPr>
            <a:spLocks noGrp="1"/>
          </p:cNvSpPr>
          <p:nvPr/>
        </p:nvSpPr>
        <p:spPr>
          <a:xfrm>
            <a:off x="8328660" y="3962400"/>
            <a:ext cx="1021080" cy="523875"/>
          </a:xfrm>
          <a:prstGeom prst="rect">
            <a:avLst/>
          </a:prstGeom>
          <a:solidFill>
            <a:srgbClr val="C6C6C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21.1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B45B85A-D74E-4C2A-810D-CC7DA0FB4951}"/>
              </a:ext>
            </a:extLst>
          </p:cNvPr>
          <p:cNvSpPr>
            <a:spLocks noGrp="1"/>
          </p:cNvSpPr>
          <p:nvPr/>
        </p:nvSpPr>
        <p:spPr>
          <a:xfrm>
            <a:off x="9349740" y="3962400"/>
            <a:ext cx="1021080" cy="523875"/>
          </a:xfrm>
          <a:prstGeom prst="rect">
            <a:avLst/>
          </a:prstGeom>
          <a:solidFill>
            <a:srgbClr val="EBEBE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5.4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8B24A64-3424-443A-822C-FE3F32CF29AC}"/>
              </a:ext>
            </a:extLst>
          </p:cNvPr>
          <p:cNvSpPr>
            <a:spLocks noGrp="1"/>
          </p:cNvSpPr>
          <p:nvPr/>
        </p:nvSpPr>
        <p:spPr>
          <a:xfrm>
            <a:off x="10370820" y="3962400"/>
            <a:ext cx="1021080" cy="523875"/>
          </a:xfrm>
          <a:prstGeom prst="rect">
            <a:avLst/>
          </a:prstGeom>
          <a:solidFill>
            <a:srgbClr val="F1F1F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2.4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77CB6DE-1146-4F49-ADB2-31B9DFC02F1B}"/>
              </a:ext>
            </a:extLst>
          </p:cNvPr>
          <p:cNvSpPr>
            <a:spLocks noGrp="1"/>
          </p:cNvSpPr>
          <p:nvPr/>
        </p:nvSpPr>
        <p:spPr>
          <a:xfrm>
            <a:off x="11391900" y="39624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0.402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2CEF265-C76A-43DC-861D-BE2DAD4557E1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1021080" cy="523875"/>
          </a:xfrm>
          <a:prstGeom prst="rect">
            <a:avLst/>
          </a:prstGeom>
          <a:solidFill>
            <a:srgbClr val="E8E8E8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6.7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B47C383-B58A-4E92-962E-2FA75012112B}"/>
              </a:ext>
            </a:extLst>
          </p:cNvPr>
          <p:cNvSpPr>
            <a:spLocks noGrp="1"/>
          </p:cNvSpPr>
          <p:nvPr/>
        </p:nvSpPr>
        <p:spPr>
          <a:xfrm>
            <a:off x="7307580" y="4486275"/>
            <a:ext cx="1021080" cy="523875"/>
          </a:xfrm>
          <a:prstGeom prst="rect">
            <a:avLst/>
          </a:prstGeom>
          <a:solidFill>
            <a:srgbClr val="4C4C4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74.2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0E46E8E-A149-4EBC-8F7D-CC4CB4DAB471}"/>
              </a:ext>
            </a:extLst>
          </p:cNvPr>
          <p:cNvSpPr>
            <a:spLocks noGrp="1"/>
          </p:cNvSpPr>
          <p:nvPr/>
        </p:nvSpPr>
        <p:spPr>
          <a:xfrm>
            <a:off x="8328660" y="4486275"/>
            <a:ext cx="1021080" cy="523875"/>
          </a:xfrm>
          <a:prstGeom prst="rect">
            <a:avLst/>
          </a:prstGeom>
          <a:solidFill>
            <a:srgbClr val="DADAD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12.8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30E8EAE-7A02-429C-AC7A-6A1E2167B131}"/>
              </a:ext>
            </a:extLst>
          </p:cNvPr>
          <p:cNvSpPr>
            <a:spLocks noGrp="1"/>
          </p:cNvSpPr>
          <p:nvPr/>
        </p:nvSpPr>
        <p:spPr>
          <a:xfrm>
            <a:off x="9349740" y="4486275"/>
            <a:ext cx="1021080" cy="523875"/>
          </a:xfrm>
          <a:prstGeom prst="rect">
            <a:avLst/>
          </a:prstGeom>
          <a:solidFill>
            <a:srgbClr val="EEEEE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3.7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3F6C1C6-0D86-48B0-9834-5D7D50897DB9}"/>
              </a:ext>
            </a:extLst>
          </p:cNvPr>
          <p:cNvSpPr>
            <a:spLocks noGrp="1"/>
          </p:cNvSpPr>
          <p:nvPr/>
        </p:nvSpPr>
        <p:spPr>
          <a:xfrm>
            <a:off x="10370820" y="4486275"/>
            <a:ext cx="1021080" cy="523875"/>
          </a:xfrm>
          <a:prstGeom prst="rect">
            <a:avLst/>
          </a:prstGeom>
          <a:solidFill>
            <a:srgbClr val="F1F1F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2.6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BB2A533-45F5-443A-9398-4663C7C30558}"/>
              </a:ext>
            </a:extLst>
          </p:cNvPr>
          <p:cNvSpPr>
            <a:spLocks noGrp="1"/>
          </p:cNvSpPr>
          <p:nvPr/>
        </p:nvSpPr>
        <p:spPr>
          <a:xfrm>
            <a:off x="11391900" y="44862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0.458</a:t>
            </a:r>
          </a:p>
        </p:txBody>
      </p:sp>
      <p:sp>
        <p:nvSpPr>
          <p:cNvPr id="111" name="직선 연결선 110">
            <a:extLst>
              <a:ext uri="{FF2B5EF4-FFF2-40B4-BE49-F238E27FC236}">
                <a16:creationId xmlns:a16="http://schemas.microsoft.com/office/drawing/2014/main" id="{03F6FBCB-985E-4440-90AE-AFC057BB574A}"/>
              </a:ext>
            </a:extLst>
          </p:cNvPr>
          <p:cNvSpPr>
            <a:spLocks noGrp="1"/>
          </p:cNvSpPr>
          <p:nvPr/>
        </p:nvSpPr>
        <p:spPr>
          <a:xfrm>
            <a:off x="11391900" y="1343025"/>
            <a:ext cx="0" cy="3667125"/>
          </a:xfrm>
          <a:prstGeom prst="line">
            <a:avLst/>
          </a:prstGeom>
          <a:noFill/>
          <a:ln w="23813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2" name="직선 연결선 111">
            <a:extLst>
              <a:ext uri="{FF2B5EF4-FFF2-40B4-BE49-F238E27FC236}">
                <a16:creationId xmlns:a16="http://schemas.microsoft.com/office/drawing/2014/main" id="{0425B828-7B27-4C81-B746-D75CA07F8931}"/>
              </a:ext>
            </a:extLst>
          </p:cNvPr>
          <p:cNvSpPr>
            <a:spLocks noGrp="1"/>
          </p:cNvSpPr>
          <p:nvPr/>
        </p:nvSpPr>
        <p:spPr>
          <a:xfrm>
            <a:off x="6286500" y="1343025"/>
            <a:ext cx="5715000" cy="0"/>
          </a:xfrm>
          <a:prstGeom prst="line">
            <a:avLst/>
          </a:prstGeom>
          <a:noFill/>
          <a:ln w="1047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3" name="직선 연결선 112">
            <a:extLst>
              <a:ext uri="{FF2B5EF4-FFF2-40B4-BE49-F238E27FC236}">
                <a16:creationId xmlns:a16="http://schemas.microsoft.com/office/drawing/2014/main" id="{EAFE5B70-34C9-4920-A9CB-D0371A771759}"/>
              </a:ext>
            </a:extLst>
          </p:cNvPr>
          <p:cNvSpPr>
            <a:spLocks noGrp="1"/>
          </p:cNvSpPr>
          <p:nvPr/>
        </p:nvSpPr>
        <p:spPr>
          <a:xfrm>
            <a:off x="6286500" y="239077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4" name="직선 연결선 113">
            <a:extLst>
              <a:ext uri="{FF2B5EF4-FFF2-40B4-BE49-F238E27FC236}">
                <a16:creationId xmlns:a16="http://schemas.microsoft.com/office/drawing/2014/main" id="{28ACF74D-CAA3-489C-AFAE-52EA5612A91E}"/>
              </a:ext>
            </a:extLst>
          </p:cNvPr>
          <p:cNvSpPr>
            <a:spLocks noGrp="1"/>
          </p:cNvSpPr>
          <p:nvPr/>
        </p:nvSpPr>
        <p:spPr>
          <a:xfrm>
            <a:off x="6286500" y="343852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5" name="직선 연결선 114">
            <a:extLst>
              <a:ext uri="{FF2B5EF4-FFF2-40B4-BE49-F238E27FC236}">
                <a16:creationId xmlns:a16="http://schemas.microsoft.com/office/drawing/2014/main" id="{F47129E8-0627-46E8-9FAE-02F523976AF2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06C989B3-0458-4133-BE05-7216BA7E1846}"/>
              </a:ext>
            </a:extLst>
          </p:cNvPr>
          <p:cNvSpPr>
            <a:spLocks noGrp="1"/>
          </p:cNvSpPr>
          <p:nvPr/>
        </p:nvSpPr>
        <p:spPr>
          <a:xfrm>
            <a:off x="1428750" y="5229225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Cell values show response percentages.  D = demographics only; P = demographics plus persona narrative.</a:t>
            </a:r>
          </a:p>
        </p:txBody>
      </p:sp>
    </p:spTree>
    <p:extLst>
      <p:ext uri="{BB962C8B-B14F-4D97-AF65-F5344CB8AC3E}">
        <p14:creationId xmlns:p14="http://schemas.microsoft.com/office/powerpoint/2010/main" val="1566707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007AA08-B08E-C0DE-3376-5A91C89144A3}"/>
              </a:ext>
            </a:extLst>
          </p:cNvPr>
          <p:cNvSpPr>
            <a:spLocks noGrp="1"/>
          </p:cNvSpPr>
          <p:nvPr/>
        </p:nvSpPr>
        <p:spPr>
          <a:xfrm>
            <a:off x="1409700" y="228600"/>
            <a:ext cx="4495802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(a) Q2 </a:t>
            </a:r>
            <a:endParaRPr lang="en-US" sz="1500" b="1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 for Selective Volunteer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Military Service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F31D1D-BC1B-E9ED-6D09-6BE2A9F155A0}"/>
              </a:ext>
            </a:extLst>
          </p:cNvPr>
          <p:cNvSpPr>
            <a:spLocks noGrp="1"/>
          </p:cNvSpPr>
          <p:nvPr/>
        </p:nvSpPr>
        <p:spPr>
          <a:xfrm>
            <a:off x="140970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Strongly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0215C6-5C5E-54C8-F286-E3A6A9F61A05}"/>
              </a:ext>
            </a:extLst>
          </p:cNvPr>
          <p:cNvSpPr>
            <a:spLocks noGrp="1"/>
          </p:cNvSpPr>
          <p:nvPr/>
        </p:nvSpPr>
        <p:spPr>
          <a:xfrm>
            <a:off x="220599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5A7BBE-90D2-146E-1C75-D5C4919096AC}"/>
              </a:ext>
            </a:extLst>
          </p:cNvPr>
          <p:cNvSpPr>
            <a:spLocks noGrp="1"/>
          </p:cNvSpPr>
          <p:nvPr/>
        </p:nvSpPr>
        <p:spPr>
          <a:xfrm>
            <a:off x="300228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oppose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CDD49F-617A-530E-6C6E-A217F1C5277F}"/>
              </a:ext>
            </a:extLst>
          </p:cNvPr>
          <p:cNvSpPr>
            <a:spLocks noGrp="1"/>
          </p:cNvSpPr>
          <p:nvPr/>
        </p:nvSpPr>
        <p:spPr>
          <a:xfrm>
            <a:off x="379857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Strongly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oppose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7B5FFF-94A9-9C93-C84E-B40503A93587}"/>
              </a:ext>
            </a:extLst>
          </p:cNvPr>
          <p:cNvSpPr>
            <a:spLocks noGrp="1"/>
          </p:cNvSpPr>
          <p:nvPr/>
        </p:nvSpPr>
        <p:spPr>
          <a:xfrm>
            <a:off x="4594860" y="752475"/>
            <a:ext cx="79629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Don't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C11322-B302-566E-5276-820E321C31A6}"/>
              </a:ext>
            </a:extLst>
          </p:cNvPr>
          <p:cNvSpPr>
            <a:spLocks noGrp="1"/>
          </p:cNvSpPr>
          <p:nvPr/>
        </p:nvSpPr>
        <p:spPr>
          <a:xfrm>
            <a:off x="5391150" y="75247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TVD ↓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B64A49-07BB-08DA-5A0E-D1E23A1E885D}"/>
              </a:ext>
            </a:extLst>
          </p:cNvPr>
          <p:cNvSpPr>
            <a:spLocks noGrp="1"/>
          </p:cNvSpPr>
          <p:nvPr/>
        </p:nvSpPr>
        <p:spPr>
          <a:xfrm>
            <a:off x="0" y="1343025"/>
            <a:ext cx="133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 Survey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979640-0BF6-2F2D-9B68-B3E33EBE9DCA}"/>
              </a:ext>
            </a:extLst>
          </p:cNvPr>
          <p:cNvSpPr>
            <a:spLocks noGrp="1"/>
          </p:cNvSpPr>
          <p:nvPr/>
        </p:nvSpPr>
        <p:spPr>
          <a:xfrm>
            <a:off x="1409700" y="1343025"/>
            <a:ext cx="796290" cy="523875"/>
          </a:xfrm>
          <a:prstGeom prst="rect">
            <a:avLst/>
          </a:prstGeom>
          <a:solidFill>
            <a:srgbClr val="CACAC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19.5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F7FB3A-1C07-A4E9-3DA6-B42752696A97}"/>
              </a:ext>
            </a:extLst>
          </p:cNvPr>
          <p:cNvSpPr>
            <a:spLocks noGrp="1"/>
          </p:cNvSpPr>
          <p:nvPr/>
        </p:nvSpPr>
        <p:spPr>
          <a:xfrm>
            <a:off x="2205990" y="1343025"/>
            <a:ext cx="796290" cy="523875"/>
          </a:xfrm>
          <a:prstGeom prst="rect">
            <a:avLst/>
          </a:prstGeom>
          <a:solidFill>
            <a:srgbClr val="B7B7B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27.9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C7F2465-E443-40B6-E7F9-5A38F5FEAA82}"/>
              </a:ext>
            </a:extLst>
          </p:cNvPr>
          <p:cNvSpPr>
            <a:spLocks noGrp="1"/>
          </p:cNvSpPr>
          <p:nvPr/>
        </p:nvSpPr>
        <p:spPr>
          <a:xfrm>
            <a:off x="3002280" y="1343025"/>
            <a:ext cx="796290" cy="523875"/>
          </a:xfrm>
          <a:prstGeom prst="rect">
            <a:avLst/>
          </a:prstGeom>
          <a:solidFill>
            <a:srgbClr val="D3D3D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15.5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EC53750-1B2E-F1B8-A611-9B15BFD231DB}"/>
              </a:ext>
            </a:extLst>
          </p:cNvPr>
          <p:cNvSpPr>
            <a:spLocks noGrp="1"/>
          </p:cNvSpPr>
          <p:nvPr/>
        </p:nvSpPr>
        <p:spPr>
          <a:xfrm>
            <a:off x="3798570" y="1343025"/>
            <a:ext cx="796290" cy="523875"/>
          </a:xfrm>
          <a:prstGeom prst="rect">
            <a:avLst/>
          </a:prstGeom>
          <a:solidFill>
            <a:srgbClr val="BABAB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26.4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A7774D6-9085-BA08-88AB-17AAB5171E4F}"/>
              </a:ext>
            </a:extLst>
          </p:cNvPr>
          <p:cNvSpPr>
            <a:spLocks noGrp="1"/>
          </p:cNvSpPr>
          <p:nvPr/>
        </p:nvSpPr>
        <p:spPr>
          <a:xfrm>
            <a:off x="4594860" y="1343025"/>
            <a:ext cx="796290" cy="523875"/>
          </a:xfrm>
          <a:prstGeom prst="rect">
            <a:avLst/>
          </a:prstGeom>
          <a:solidFill>
            <a:srgbClr val="DEDED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10.7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A1F0935-156D-26BA-FB27-7DD93F7FB908}"/>
              </a:ext>
            </a:extLst>
          </p:cNvPr>
          <p:cNvSpPr>
            <a:spLocks noGrp="1"/>
          </p:cNvSpPr>
          <p:nvPr/>
        </p:nvSpPr>
        <p:spPr>
          <a:xfrm>
            <a:off x="5391150" y="13430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094311-2BBC-9DE8-C5FE-CDCF99B6CD0E}"/>
              </a:ext>
            </a:extLst>
          </p:cNvPr>
          <p:cNvSpPr>
            <a:spLocks noGrp="1"/>
          </p:cNvSpPr>
          <p:nvPr/>
        </p:nvSpPr>
        <p:spPr>
          <a:xfrm>
            <a:off x="190500" y="186690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Qwen 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45D994-E770-A6F0-1099-EA6E5E75F417}"/>
              </a:ext>
            </a:extLst>
          </p:cNvPr>
          <p:cNvSpPr>
            <a:spLocks noGrp="1"/>
          </p:cNvSpPr>
          <p:nvPr/>
        </p:nvSpPr>
        <p:spPr>
          <a:xfrm>
            <a:off x="1409700" y="186690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AE19F9-E782-4E8A-8D69-D4A24CAC6D50}"/>
              </a:ext>
            </a:extLst>
          </p:cNvPr>
          <p:cNvSpPr>
            <a:spLocks noGrp="1"/>
          </p:cNvSpPr>
          <p:nvPr/>
        </p:nvSpPr>
        <p:spPr>
          <a:xfrm>
            <a:off x="2205990" y="1866900"/>
            <a:ext cx="796290" cy="523875"/>
          </a:xfrm>
          <a:prstGeom prst="rect">
            <a:avLst/>
          </a:prstGeom>
          <a:solidFill>
            <a:srgbClr val="2C2C2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88.4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4640A5-D030-5551-BFD1-CB6B8CA0245A}"/>
              </a:ext>
            </a:extLst>
          </p:cNvPr>
          <p:cNvSpPr>
            <a:spLocks noGrp="1"/>
          </p:cNvSpPr>
          <p:nvPr/>
        </p:nvSpPr>
        <p:spPr>
          <a:xfrm>
            <a:off x="3002280" y="1866900"/>
            <a:ext cx="796290" cy="523875"/>
          </a:xfrm>
          <a:prstGeom prst="rect">
            <a:avLst/>
          </a:prstGeom>
          <a:solidFill>
            <a:srgbClr val="DCDCD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11.6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F29904-FA65-A10D-6ED1-301DF3D3F98B}"/>
              </a:ext>
            </a:extLst>
          </p:cNvPr>
          <p:cNvSpPr>
            <a:spLocks noGrp="1"/>
          </p:cNvSpPr>
          <p:nvPr/>
        </p:nvSpPr>
        <p:spPr>
          <a:xfrm>
            <a:off x="3798570" y="186690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081BE2-4771-C4F2-BFE6-4B6DCF203C67}"/>
              </a:ext>
            </a:extLst>
          </p:cNvPr>
          <p:cNvSpPr>
            <a:spLocks noGrp="1"/>
          </p:cNvSpPr>
          <p:nvPr/>
        </p:nvSpPr>
        <p:spPr>
          <a:xfrm>
            <a:off x="4594860" y="186690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D39AA1-70F0-93B0-BF17-851CE716D23C}"/>
              </a:ext>
            </a:extLst>
          </p:cNvPr>
          <p:cNvSpPr>
            <a:spLocks noGrp="1"/>
          </p:cNvSpPr>
          <p:nvPr/>
        </p:nvSpPr>
        <p:spPr>
          <a:xfrm>
            <a:off x="5391150" y="18669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0.605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7F81F81-7F95-5219-1AEC-7D476181F5D2}"/>
              </a:ext>
            </a:extLst>
          </p:cNvPr>
          <p:cNvSpPr>
            <a:spLocks noGrp="1"/>
          </p:cNvSpPr>
          <p:nvPr/>
        </p:nvSpPr>
        <p:spPr>
          <a:xfrm>
            <a:off x="190500" y="239077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Qwen P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DF5D68E-FE9E-6BFC-A9D6-F1621C779C40}"/>
              </a:ext>
            </a:extLst>
          </p:cNvPr>
          <p:cNvSpPr>
            <a:spLocks noGrp="1"/>
          </p:cNvSpPr>
          <p:nvPr/>
        </p:nvSpPr>
        <p:spPr>
          <a:xfrm>
            <a:off x="1409700" y="239077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F3562E2-6B85-4C52-6A84-E25C6A14F3B7}"/>
              </a:ext>
            </a:extLst>
          </p:cNvPr>
          <p:cNvSpPr>
            <a:spLocks noGrp="1"/>
          </p:cNvSpPr>
          <p:nvPr/>
        </p:nvSpPr>
        <p:spPr>
          <a:xfrm>
            <a:off x="2205990" y="2390775"/>
            <a:ext cx="796290" cy="523875"/>
          </a:xfrm>
          <a:prstGeom prst="rect">
            <a:avLst/>
          </a:prstGeom>
          <a:solidFill>
            <a:srgbClr val="252525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91.2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1BE6C7E-C635-8CE7-5F68-23D76D095321}"/>
              </a:ext>
            </a:extLst>
          </p:cNvPr>
          <p:cNvSpPr>
            <a:spLocks noGrp="1"/>
          </p:cNvSpPr>
          <p:nvPr/>
        </p:nvSpPr>
        <p:spPr>
          <a:xfrm>
            <a:off x="3002280" y="2390775"/>
            <a:ext cx="796290" cy="523875"/>
          </a:xfrm>
          <a:prstGeom prst="rect">
            <a:avLst/>
          </a:prstGeom>
          <a:solidFill>
            <a:srgbClr val="E3E3E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8.7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A4C4BA4-FB42-6EE3-B585-9937E393DF1D}"/>
              </a:ext>
            </a:extLst>
          </p:cNvPr>
          <p:cNvSpPr>
            <a:spLocks noGrp="1"/>
          </p:cNvSpPr>
          <p:nvPr/>
        </p:nvSpPr>
        <p:spPr>
          <a:xfrm>
            <a:off x="3798570" y="239077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E1249DC-8860-3697-F5DF-685631C09832}"/>
              </a:ext>
            </a:extLst>
          </p:cNvPr>
          <p:cNvSpPr>
            <a:spLocks noGrp="1"/>
          </p:cNvSpPr>
          <p:nvPr/>
        </p:nvSpPr>
        <p:spPr>
          <a:xfrm>
            <a:off x="4594860" y="239077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C86FFA1-C4AF-5D22-4551-CABF9FB86F4D}"/>
              </a:ext>
            </a:extLst>
          </p:cNvPr>
          <p:cNvSpPr>
            <a:spLocks noGrp="1"/>
          </p:cNvSpPr>
          <p:nvPr/>
        </p:nvSpPr>
        <p:spPr>
          <a:xfrm>
            <a:off x="5391150" y="23907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0.633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87DACCC-63C1-5CA0-BEFD-2B18299B182E}"/>
              </a:ext>
            </a:extLst>
          </p:cNvPr>
          <p:cNvSpPr>
            <a:spLocks noGrp="1"/>
          </p:cNvSpPr>
          <p:nvPr/>
        </p:nvSpPr>
        <p:spPr>
          <a:xfrm>
            <a:off x="190500" y="291465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EXAONE D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7130409-9418-4752-BFEC-8D5D8FB8172A}"/>
              </a:ext>
            </a:extLst>
          </p:cNvPr>
          <p:cNvSpPr>
            <a:spLocks noGrp="1"/>
          </p:cNvSpPr>
          <p:nvPr/>
        </p:nvSpPr>
        <p:spPr>
          <a:xfrm>
            <a:off x="1409700" y="291465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2D94822-C185-509B-3FA4-085273DD0F1C}"/>
              </a:ext>
            </a:extLst>
          </p:cNvPr>
          <p:cNvSpPr>
            <a:spLocks noGrp="1"/>
          </p:cNvSpPr>
          <p:nvPr/>
        </p:nvSpPr>
        <p:spPr>
          <a:xfrm>
            <a:off x="2205990" y="2914650"/>
            <a:ext cx="796290" cy="523875"/>
          </a:xfrm>
          <a:prstGeom prst="rect">
            <a:avLst/>
          </a:prstGeom>
          <a:solidFill>
            <a:srgbClr val="4A4A4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75.2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8CBF1CB-2DC6-650E-7E89-E00CACF6CE3F}"/>
              </a:ext>
            </a:extLst>
          </p:cNvPr>
          <p:cNvSpPr>
            <a:spLocks noGrp="1"/>
          </p:cNvSpPr>
          <p:nvPr/>
        </p:nvSpPr>
        <p:spPr>
          <a:xfrm>
            <a:off x="3002280" y="2914650"/>
            <a:ext cx="796290" cy="523875"/>
          </a:xfrm>
          <a:prstGeom prst="rect">
            <a:avLst/>
          </a:prstGeom>
          <a:solidFill>
            <a:srgbClr val="E1E1E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9.7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5C94E9F-8865-58BF-CF8E-EA74C594552A}"/>
              </a:ext>
            </a:extLst>
          </p:cNvPr>
          <p:cNvSpPr>
            <a:spLocks noGrp="1"/>
          </p:cNvSpPr>
          <p:nvPr/>
        </p:nvSpPr>
        <p:spPr>
          <a:xfrm>
            <a:off x="3798570" y="2914650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7C74658-858D-276B-4189-24E8C6B817FF}"/>
              </a:ext>
            </a:extLst>
          </p:cNvPr>
          <p:cNvSpPr>
            <a:spLocks noGrp="1"/>
          </p:cNvSpPr>
          <p:nvPr/>
        </p:nvSpPr>
        <p:spPr>
          <a:xfrm>
            <a:off x="4594860" y="2914650"/>
            <a:ext cx="796290" cy="523875"/>
          </a:xfrm>
          <a:prstGeom prst="rect">
            <a:avLst/>
          </a:prstGeom>
          <a:solidFill>
            <a:srgbClr val="D5D5D5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14.8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11441CE-5D2B-97AC-3B02-8EA7E7FA0FDF}"/>
              </a:ext>
            </a:extLst>
          </p:cNvPr>
          <p:cNvSpPr>
            <a:spLocks noGrp="1"/>
          </p:cNvSpPr>
          <p:nvPr/>
        </p:nvSpPr>
        <p:spPr>
          <a:xfrm>
            <a:off x="5391150" y="291465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0.514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1F3561E-FF55-6C58-A778-3075C65D1A64}"/>
              </a:ext>
            </a:extLst>
          </p:cNvPr>
          <p:cNvSpPr>
            <a:spLocks noGrp="1"/>
          </p:cNvSpPr>
          <p:nvPr/>
        </p:nvSpPr>
        <p:spPr>
          <a:xfrm>
            <a:off x="190500" y="343852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EXAONE P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BA5E58-69B5-3C38-410F-C3ACBCE52A42}"/>
              </a:ext>
            </a:extLst>
          </p:cNvPr>
          <p:cNvSpPr>
            <a:spLocks noGrp="1"/>
          </p:cNvSpPr>
          <p:nvPr/>
        </p:nvSpPr>
        <p:spPr>
          <a:xfrm>
            <a:off x="1409700" y="3438525"/>
            <a:ext cx="79629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49DBC06-E952-C935-2B28-56FBCCA1A5C4}"/>
              </a:ext>
            </a:extLst>
          </p:cNvPr>
          <p:cNvSpPr>
            <a:spLocks noGrp="1"/>
          </p:cNvSpPr>
          <p:nvPr/>
        </p:nvSpPr>
        <p:spPr>
          <a:xfrm>
            <a:off x="2205990" y="3438525"/>
            <a:ext cx="796290" cy="523875"/>
          </a:xfrm>
          <a:prstGeom prst="rect">
            <a:avLst/>
          </a:prstGeom>
          <a:solidFill>
            <a:srgbClr val="2F2F2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87.0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ACBBAD5-5791-E0CA-FEF9-BEA0E215C52B}"/>
              </a:ext>
            </a:extLst>
          </p:cNvPr>
          <p:cNvSpPr>
            <a:spLocks noGrp="1"/>
          </p:cNvSpPr>
          <p:nvPr/>
        </p:nvSpPr>
        <p:spPr>
          <a:xfrm>
            <a:off x="3002280" y="3438525"/>
            <a:ext cx="796290" cy="523875"/>
          </a:xfrm>
          <a:prstGeom prst="rect">
            <a:avLst/>
          </a:prstGeom>
          <a:solidFill>
            <a:srgbClr val="EBEBE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5.4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F02B32B-EC86-DD74-FE6E-4F7110318601}"/>
              </a:ext>
            </a:extLst>
          </p:cNvPr>
          <p:cNvSpPr>
            <a:spLocks noGrp="1"/>
          </p:cNvSpPr>
          <p:nvPr/>
        </p:nvSpPr>
        <p:spPr>
          <a:xfrm>
            <a:off x="3798570" y="3438525"/>
            <a:ext cx="79629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B07779D-4676-CE6E-3457-003D5A3E67B5}"/>
              </a:ext>
            </a:extLst>
          </p:cNvPr>
          <p:cNvSpPr>
            <a:spLocks noGrp="1"/>
          </p:cNvSpPr>
          <p:nvPr/>
        </p:nvSpPr>
        <p:spPr>
          <a:xfrm>
            <a:off x="4594860" y="3438525"/>
            <a:ext cx="796290" cy="523875"/>
          </a:xfrm>
          <a:prstGeom prst="rect">
            <a:avLst/>
          </a:prstGeom>
          <a:solidFill>
            <a:srgbClr val="E7E7E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7.0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AA38DB7-9F43-B101-33A8-619CD1D43378}"/>
              </a:ext>
            </a:extLst>
          </p:cNvPr>
          <p:cNvSpPr>
            <a:spLocks noGrp="1"/>
          </p:cNvSpPr>
          <p:nvPr/>
        </p:nvSpPr>
        <p:spPr>
          <a:xfrm>
            <a:off x="5391150" y="34385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0.591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BF28C1C-5228-4247-EB96-60116FA56F6A}"/>
              </a:ext>
            </a:extLst>
          </p:cNvPr>
          <p:cNvSpPr>
            <a:spLocks noGrp="1"/>
          </p:cNvSpPr>
          <p:nvPr/>
        </p:nvSpPr>
        <p:spPr>
          <a:xfrm>
            <a:off x="190500" y="396240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Gemma D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077B093-4EA2-744E-88FE-5E876B5BC792}"/>
              </a:ext>
            </a:extLst>
          </p:cNvPr>
          <p:cNvSpPr>
            <a:spLocks noGrp="1"/>
          </p:cNvSpPr>
          <p:nvPr/>
        </p:nvSpPr>
        <p:spPr>
          <a:xfrm>
            <a:off x="1409700" y="3962400"/>
            <a:ext cx="796290" cy="523875"/>
          </a:xfrm>
          <a:prstGeom prst="rect">
            <a:avLst/>
          </a:prstGeom>
          <a:solidFill>
            <a:srgbClr val="F0F0F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3.0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C03D9BC-209D-16D2-5B0C-F7666992EC3C}"/>
              </a:ext>
            </a:extLst>
          </p:cNvPr>
          <p:cNvSpPr>
            <a:spLocks noGrp="1"/>
          </p:cNvSpPr>
          <p:nvPr/>
        </p:nvSpPr>
        <p:spPr>
          <a:xfrm>
            <a:off x="2205990" y="3962400"/>
            <a:ext cx="796290" cy="523875"/>
          </a:xfrm>
          <a:prstGeom prst="rect">
            <a:avLst/>
          </a:prstGeom>
          <a:solidFill>
            <a:srgbClr val="E4E4E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8.2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8327980A-F177-E224-1DD9-EEF9855E3CF3}"/>
              </a:ext>
            </a:extLst>
          </p:cNvPr>
          <p:cNvSpPr>
            <a:spLocks noGrp="1"/>
          </p:cNvSpPr>
          <p:nvPr/>
        </p:nvSpPr>
        <p:spPr>
          <a:xfrm>
            <a:off x="3002280" y="3962400"/>
            <a:ext cx="796290" cy="523875"/>
          </a:xfrm>
          <a:prstGeom prst="rect">
            <a:avLst/>
          </a:prstGeom>
          <a:solidFill>
            <a:srgbClr val="4E4E4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73.5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12E0A0C-6DE2-A86D-984B-51A573669509}"/>
              </a:ext>
            </a:extLst>
          </p:cNvPr>
          <p:cNvSpPr>
            <a:spLocks noGrp="1"/>
          </p:cNvSpPr>
          <p:nvPr/>
        </p:nvSpPr>
        <p:spPr>
          <a:xfrm>
            <a:off x="3798570" y="3962400"/>
            <a:ext cx="796290" cy="523875"/>
          </a:xfrm>
          <a:prstGeom prst="rect">
            <a:avLst/>
          </a:prstGeom>
          <a:solidFill>
            <a:srgbClr val="D7D7D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13.7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454658F-D27E-3B2C-EA56-D3E09872C2EB}"/>
              </a:ext>
            </a:extLst>
          </p:cNvPr>
          <p:cNvSpPr>
            <a:spLocks noGrp="1"/>
          </p:cNvSpPr>
          <p:nvPr/>
        </p:nvSpPr>
        <p:spPr>
          <a:xfrm>
            <a:off x="4594860" y="3962400"/>
            <a:ext cx="79629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E6DAC069-A1AF-7DBB-03FF-43BAA4C97D7C}"/>
              </a:ext>
            </a:extLst>
          </p:cNvPr>
          <p:cNvSpPr>
            <a:spLocks noGrp="1"/>
          </p:cNvSpPr>
          <p:nvPr/>
        </p:nvSpPr>
        <p:spPr>
          <a:xfrm>
            <a:off x="5391150" y="39624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0.580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D0E3400-C76E-69BE-FDCA-9AC56F703E43}"/>
              </a:ext>
            </a:extLst>
          </p:cNvPr>
          <p:cNvSpPr>
            <a:spLocks noGrp="1"/>
          </p:cNvSpPr>
          <p:nvPr/>
        </p:nvSpPr>
        <p:spPr>
          <a:xfrm>
            <a:off x="190500" y="448627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Gemma P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00D375A-2D34-A984-42B2-63FA3ECA9043}"/>
              </a:ext>
            </a:extLst>
          </p:cNvPr>
          <p:cNvSpPr>
            <a:spLocks noGrp="1"/>
          </p:cNvSpPr>
          <p:nvPr/>
        </p:nvSpPr>
        <p:spPr>
          <a:xfrm>
            <a:off x="1409700" y="4486275"/>
            <a:ext cx="79629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CEEDAF5-8F10-6895-C631-AD8837D06F0B}"/>
              </a:ext>
            </a:extLst>
          </p:cNvPr>
          <p:cNvSpPr>
            <a:spLocks noGrp="1"/>
          </p:cNvSpPr>
          <p:nvPr/>
        </p:nvSpPr>
        <p:spPr>
          <a:xfrm>
            <a:off x="2205990" y="4486275"/>
            <a:ext cx="796290" cy="523875"/>
          </a:xfrm>
          <a:prstGeom prst="rect">
            <a:avLst/>
          </a:prstGeom>
          <a:solidFill>
            <a:srgbClr val="E6E6E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7.5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C5557FB-5F86-2B36-95C2-00FE53F00B1D}"/>
              </a:ext>
            </a:extLst>
          </p:cNvPr>
          <p:cNvSpPr>
            <a:spLocks noGrp="1"/>
          </p:cNvSpPr>
          <p:nvPr/>
        </p:nvSpPr>
        <p:spPr>
          <a:xfrm>
            <a:off x="3002280" y="4486275"/>
            <a:ext cx="796290" cy="523875"/>
          </a:xfrm>
          <a:prstGeom prst="rect">
            <a:avLst/>
          </a:prstGeom>
          <a:solidFill>
            <a:srgbClr val="40404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79.6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A0AC011-32CF-BC9C-2A4D-D3B7997049D6}"/>
              </a:ext>
            </a:extLst>
          </p:cNvPr>
          <p:cNvSpPr>
            <a:spLocks noGrp="1"/>
          </p:cNvSpPr>
          <p:nvPr/>
        </p:nvSpPr>
        <p:spPr>
          <a:xfrm>
            <a:off x="3798570" y="4486275"/>
            <a:ext cx="796290" cy="523875"/>
          </a:xfrm>
          <a:prstGeom prst="rect">
            <a:avLst/>
          </a:prstGeom>
          <a:solidFill>
            <a:srgbClr val="E1E1E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9.7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E9820194-9BED-F2E6-CFB1-4FD6228EFEB9}"/>
              </a:ext>
            </a:extLst>
          </p:cNvPr>
          <p:cNvSpPr>
            <a:spLocks noGrp="1"/>
          </p:cNvSpPr>
          <p:nvPr/>
        </p:nvSpPr>
        <p:spPr>
          <a:xfrm>
            <a:off x="4594860" y="4486275"/>
            <a:ext cx="79629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048F967-BC54-8F51-0371-A55EE4BECFE4}"/>
              </a:ext>
            </a:extLst>
          </p:cNvPr>
          <p:cNvSpPr>
            <a:spLocks noGrp="1"/>
          </p:cNvSpPr>
          <p:nvPr/>
        </p:nvSpPr>
        <p:spPr>
          <a:xfrm>
            <a:off x="5391150" y="44862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0.641</a:t>
            </a:r>
          </a:p>
        </p:txBody>
      </p:sp>
      <p:sp>
        <p:nvSpPr>
          <p:cNvPr id="115" name="직선 연결선 114">
            <a:extLst>
              <a:ext uri="{FF2B5EF4-FFF2-40B4-BE49-F238E27FC236}">
                <a16:creationId xmlns:a16="http://schemas.microsoft.com/office/drawing/2014/main" id="{65E962A0-E1C2-7FCD-185C-E56E299F988B}"/>
              </a:ext>
            </a:extLst>
          </p:cNvPr>
          <p:cNvSpPr>
            <a:spLocks noGrp="1"/>
          </p:cNvSpPr>
          <p:nvPr/>
        </p:nvSpPr>
        <p:spPr>
          <a:xfrm>
            <a:off x="5391150" y="1343025"/>
            <a:ext cx="0" cy="3667125"/>
          </a:xfrm>
          <a:prstGeom prst="line">
            <a:avLst/>
          </a:prstGeom>
          <a:noFill/>
          <a:ln w="23813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7" name="직선 연결선 116">
            <a:extLst>
              <a:ext uri="{FF2B5EF4-FFF2-40B4-BE49-F238E27FC236}">
                <a16:creationId xmlns:a16="http://schemas.microsoft.com/office/drawing/2014/main" id="{DC6C0517-4036-1859-E7A9-480ED3468789}"/>
              </a:ext>
            </a:extLst>
          </p:cNvPr>
          <p:cNvSpPr>
            <a:spLocks noGrp="1"/>
          </p:cNvSpPr>
          <p:nvPr/>
        </p:nvSpPr>
        <p:spPr>
          <a:xfrm>
            <a:off x="1409700" y="1343025"/>
            <a:ext cx="4591050" cy="0"/>
          </a:xfrm>
          <a:prstGeom prst="line">
            <a:avLst/>
          </a:prstGeom>
          <a:noFill/>
          <a:ln w="1047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9" name="직선 연결선 118">
            <a:extLst>
              <a:ext uri="{FF2B5EF4-FFF2-40B4-BE49-F238E27FC236}">
                <a16:creationId xmlns:a16="http://schemas.microsoft.com/office/drawing/2014/main" id="{2011786E-C40D-4B97-3EF0-B204EAD42373}"/>
              </a:ext>
            </a:extLst>
          </p:cNvPr>
          <p:cNvSpPr>
            <a:spLocks noGrp="1"/>
          </p:cNvSpPr>
          <p:nvPr/>
        </p:nvSpPr>
        <p:spPr>
          <a:xfrm>
            <a:off x="1409700" y="239077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21" name="직선 연결선 120">
            <a:extLst>
              <a:ext uri="{FF2B5EF4-FFF2-40B4-BE49-F238E27FC236}">
                <a16:creationId xmlns:a16="http://schemas.microsoft.com/office/drawing/2014/main" id="{77B71BFD-04CD-5724-9F45-9B129C0DA917}"/>
              </a:ext>
            </a:extLst>
          </p:cNvPr>
          <p:cNvSpPr>
            <a:spLocks noGrp="1"/>
          </p:cNvSpPr>
          <p:nvPr/>
        </p:nvSpPr>
        <p:spPr>
          <a:xfrm>
            <a:off x="1409700" y="343852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23" name="직선 연결선 122">
            <a:extLst>
              <a:ext uri="{FF2B5EF4-FFF2-40B4-BE49-F238E27FC236}">
                <a16:creationId xmlns:a16="http://schemas.microsoft.com/office/drawing/2014/main" id="{DD4E20E3-1A32-173B-3054-4C083A45DAA0}"/>
              </a:ext>
            </a:extLst>
          </p:cNvPr>
          <p:cNvSpPr>
            <a:spLocks noGrp="1"/>
          </p:cNvSpPr>
          <p:nvPr/>
        </p:nvSpPr>
        <p:spPr>
          <a:xfrm>
            <a:off x="1409700" y="448627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EC7B621F-45FC-098E-D236-56A80384B8D7}"/>
              </a:ext>
            </a:extLst>
          </p:cNvPr>
          <p:cNvSpPr>
            <a:spLocks noGrp="1"/>
          </p:cNvSpPr>
          <p:nvPr/>
        </p:nvSpPr>
        <p:spPr>
          <a:xfrm>
            <a:off x="6286500" y="22860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(b) Q3 </a:t>
            </a:r>
            <a:endParaRPr lang="en-US" sz="1500" b="1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Expected Help in Addressing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Military Personnel Shortages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72DF0B6A-CB4D-F32F-5C65-882E8FC92FBF}"/>
              </a:ext>
            </a:extLst>
          </p:cNvPr>
          <p:cNvSpPr>
            <a:spLocks noGrp="1"/>
          </p:cNvSpPr>
          <p:nvPr/>
        </p:nvSpPr>
        <p:spPr>
          <a:xfrm>
            <a:off x="628650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Very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2BD49DB0-8E0D-4A84-F914-7A38FD723428}"/>
              </a:ext>
            </a:extLst>
          </p:cNvPr>
          <p:cNvSpPr>
            <a:spLocks noGrp="1"/>
          </p:cNvSpPr>
          <p:nvPr/>
        </p:nvSpPr>
        <p:spPr>
          <a:xfrm>
            <a:off x="730758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4D927FD2-400B-E249-7ABE-1317EA3D85F9}"/>
              </a:ext>
            </a:extLst>
          </p:cNvPr>
          <p:cNvSpPr>
            <a:spLocks noGrp="1"/>
          </p:cNvSpPr>
          <p:nvPr/>
        </p:nvSpPr>
        <p:spPr>
          <a:xfrm>
            <a:off x="832866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Not very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36B25A8E-DAA5-7770-1AB4-FFB93FA9447F}"/>
              </a:ext>
            </a:extLst>
          </p:cNvPr>
          <p:cNvSpPr>
            <a:spLocks noGrp="1"/>
          </p:cNvSpPr>
          <p:nvPr/>
        </p:nvSpPr>
        <p:spPr>
          <a:xfrm>
            <a:off x="934974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Not at all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helpful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ACD606-C4ED-5B31-94D8-108B83FE3912}"/>
              </a:ext>
            </a:extLst>
          </p:cNvPr>
          <p:cNvSpPr>
            <a:spLocks noGrp="1"/>
          </p:cNvSpPr>
          <p:nvPr/>
        </p:nvSpPr>
        <p:spPr>
          <a:xfrm>
            <a:off x="10370820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Don't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9D8B39C-FB7E-70DD-F0B2-0FD75A961802}"/>
              </a:ext>
            </a:extLst>
          </p:cNvPr>
          <p:cNvSpPr>
            <a:spLocks noGrp="1"/>
          </p:cNvSpPr>
          <p:nvPr/>
        </p:nvSpPr>
        <p:spPr>
          <a:xfrm>
            <a:off x="11391900" y="75247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TVD ↓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91A23AB8-532D-4CFC-5337-897A382C8C28}"/>
              </a:ext>
            </a:extLst>
          </p:cNvPr>
          <p:cNvSpPr>
            <a:spLocks noGrp="1"/>
          </p:cNvSpPr>
          <p:nvPr/>
        </p:nvSpPr>
        <p:spPr>
          <a:xfrm>
            <a:off x="6286500" y="1343025"/>
            <a:ext cx="1021080" cy="523875"/>
          </a:xfrm>
          <a:prstGeom prst="rect">
            <a:avLst/>
          </a:prstGeom>
          <a:solidFill>
            <a:srgbClr val="D6D6D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14.4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D97AB035-0194-560C-42FF-7B32BA4B43D3}"/>
              </a:ext>
            </a:extLst>
          </p:cNvPr>
          <p:cNvSpPr>
            <a:spLocks noGrp="1"/>
          </p:cNvSpPr>
          <p:nvPr/>
        </p:nvSpPr>
        <p:spPr>
          <a:xfrm>
            <a:off x="7307580" y="1343025"/>
            <a:ext cx="1021080" cy="523875"/>
          </a:xfrm>
          <a:prstGeom prst="rect">
            <a:avLst/>
          </a:prstGeom>
          <a:solidFill>
            <a:srgbClr val="B6B6B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28.3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0529772F-62E8-3A81-E55C-9B2DD2491650}"/>
              </a:ext>
            </a:extLst>
          </p:cNvPr>
          <p:cNvSpPr>
            <a:spLocks noGrp="1"/>
          </p:cNvSpPr>
          <p:nvPr/>
        </p:nvSpPr>
        <p:spPr>
          <a:xfrm>
            <a:off x="8328660" y="1343025"/>
            <a:ext cx="1021080" cy="523875"/>
          </a:xfrm>
          <a:prstGeom prst="rect">
            <a:avLst/>
          </a:prstGeom>
          <a:solidFill>
            <a:srgbClr val="C8C8C8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20.3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F6EB917-9EEE-A9FA-BC0A-71221A03F903}"/>
              </a:ext>
            </a:extLst>
          </p:cNvPr>
          <p:cNvSpPr>
            <a:spLocks noGrp="1"/>
          </p:cNvSpPr>
          <p:nvPr/>
        </p:nvSpPr>
        <p:spPr>
          <a:xfrm>
            <a:off x="9349740" y="1343025"/>
            <a:ext cx="1021080" cy="523875"/>
          </a:xfrm>
          <a:prstGeom prst="rect">
            <a:avLst/>
          </a:prstGeom>
          <a:solidFill>
            <a:srgbClr val="B3B3B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29.6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B97EAB2-9DAD-2B22-5B0C-334FD140C139}"/>
              </a:ext>
            </a:extLst>
          </p:cNvPr>
          <p:cNvSpPr>
            <a:spLocks noGrp="1"/>
          </p:cNvSpPr>
          <p:nvPr/>
        </p:nvSpPr>
        <p:spPr>
          <a:xfrm>
            <a:off x="10370820" y="1343025"/>
            <a:ext cx="1021080" cy="523875"/>
          </a:xfrm>
          <a:prstGeom prst="rect">
            <a:avLst/>
          </a:prstGeom>
          <a:solidFill>
            <a:srgbClr val="E6E6E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7.3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62319554-A638-18BE-0D34-D6819716A524}"/>
              </a:ext>
            </a:extLst>
          </p:cNvPr>
          <p:cNvSpPr>
            <a:spLocks noGrp="1"/>
          </p:cNvSpPr>
          <p:nvPr/>
        </p:nvSpPr>
        <p:spPr>
          <a:xfrm>
            <a:off x="11391900" y="13430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F8A9678-2A03-0EDB-BB0B-FA729BA8298B}"/>
              </a:ext>
            </a:extLst>
          </p:cNvPr>
          <p:cNvSpPr>
            <a:spLocks noGrp="1"/>
          </p:cNvSpPr>
          <p:nvPr/>
        </p:nvSpPr>
        <p:spPr>
          <a:xfrm>
            <a:off x="628650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B1754A12-7DE1-FB4C-37A4-F4CD74C62CB8}"/>
              </a:ext>
            </a:extLst>
          </p:cNvPr>
          <p:cNvSpPr>
            <a:spLocks noGrp="1"/>
          </p:cNvSpPr>
          <p:nvPr/>
        </p:nvSpPr>
        <p:spPr>
          <a:xfrm>
            <a:off x="7307580" y="1866900"/>
            <a:ext cx="1021080" cy="523875"/>
          </a:xfrm>
          <a:prstGeom prst="rect">
            <a:avLst/>
          </a:prstGeom>
          <a:solidFill>
            <a:srgbClr val="1C1C1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95.1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0A692C18-61B4-AEBA-871C-C52925000ADB}"/>
              </a:ext>
            </a:extLst>
          </p:cNvPr>
          <p:cNvSpPr>
            <a:spLocks noGrp="1"/>
          </p:cNvSpPr>
          <p:nvPr/>
        </p:nvSpPr>
        <p:spPr>
          <a:xfrm>
            <a:off x="8328660" y="1866900"/>
            <a:ext cx="1021080" cy="523875"/>
          </a:xfrm>
          <a:prstGeom prst="rect">
            <a:avLst/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4.8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3D6BE521-3FC2-CBAF-8DDF-1083C6AC11D4}"/>
              </a:ext>
            </a:extLst>
          </p:cNvPr>
          <p:cNvSpPr>
            <a:spLocks noGrp="1"/>
          </p:cNvSpPr>
          <p:nvPr/>
        </p:nvSpPr>
        <p:spPr>
          <a:xfrm>
            <a:off x="934974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323C14B9-1980-3C0B-FF33-7AE407ECADD3}"/>
              </a:ext>
            </a:extLst>
          </p:cNvPr>
          <p:cNvSpPr>
            <a:spLocks noGrp="1"/>
          </p:cNvSpPr>
          <p:nvPr/>
        </p:nvSpPr>
        <p:spPr>
          <a:xfrm>
            <a:off x="1037082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CBE8435C-ACFD-C999-746D-8EC73BC8706A}"/>
              </a:ext>
            </a:extLst>
          </p:cNvPr>
          <p:cNvSpPr>
            <a:spLocks noGrp="1"/>
          </p:cNvSpPr>
          <p:nvPr/>
        </p:nvSpPr>
        <p:spPr>
          <a:xfrm>
            <a:off x="11391900" y="18669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0.668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3B74844B-AAFC-096A-5B98-0A552F9F2A15}"/>
              </a:ext>
            </a:extLst>
          </p:cNvPr>
          <p:cNvSpPr>
            <a:spLocks noGrp="1"/>
          </p:cNvSpPr>
          <p:nvPr/>
        </p:nvSpPr>
        <p:spPr>
          <a:xfrm>
            <a:off x="628650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3FC9EA9C-5FC4-B5D4-66AE-022695EE3FA9}"/>
              </a:ext>
            </a:extLst>
          </p:cNvPr>
          <p:cNvSpPr>
            <a:spLocks noGrp="1"/>
          </p:cNvSpPr>
          <p:nvPr/>
        </p:nvSpPr>
        <p:spPr>
          <a:xfrm>
            <a:off x="7307580" y="2390775"/>
            <a:ext cx="1021080" cy="523875"/>
          </a:xfrm>
          <a:prstGeom prst="rect">
            <a:avLst/>
          </a:prstGeom>
          <a:solidFill>
            <a:srgbClr val="16161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98.4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C0A46EB-8CBE-30DD-AB32-EB419083C5B9}"/>
              </a:ext>
            </a:extLst>
          </p:cNvPr>
          <p:cNvSpPr>
            <a:spLocks noGrp="1"/>
          </p:cNvSpPr>
          <p:nvPr/>
        </p:nvSpPr>
        <p:spPr>
          <a:xfrm>
            <a:off x="8328660" y="2390775"/>
            <a:ext cx="102108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359B0B0B-90A0-3CDF-AD62-EA5E17A33A1D}"/>
              </a:ext>
            </a:extLst>
          </p:cNvPr>
          <p:cNvSpPr>
            <a:spLocks noGrp="1"/>
          </p:cNvSpPr>
          <p:nvPr/>
        </p:nvSpPr>
        <p:spPr>
          <a:xfrm>
            <a:off x="934974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919C2DDA-F45F-EA09-D690-4A864B2D4B88}"/>
              </a:ext>
            </a:extLst>
          </p:cNvPr>
          <p:cNvSpPr>
            <a:spLocks noGrp="1"/>
          </p:cNvSpPr>
          <p:nvPr/>
        </p:nvSpPr>
        <p:spPr>
          <a:xfrm>
            <a:off x="1037082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E82A8E30-4076-E509-9C2C-E0FCE6F9104A}"/>
              </a:ext>
            </a:extLst>
          </p:cNvPr>
          <p:cNvSpPr>
            <a:spLocks noGrp="1"/>
          </p:cNvSpPr>
          <p:nvPr/>
        </p:nvSpPr>
        <p:spPr>
          <a:xfrm>
            <a:off x="11391900" y="23907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0.701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AAFB3C09-8AB5-2B59-6FB7-FE15AA172DEE}"/>
              </a:ext>
            </a:extLst>
          </p:cNvPr>
          <p:cNvSpPr>
            <a:spLocks noGrp="1"/>
          </p:cNvSpPr>
          <p:nvPr/>
        </p:nvSpPr>
        <p:spPr>
          <a:xfrm>
            <a:off x="6286500" y="291465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C903ADE6-4F22-D427-258E-BB88279F07D2}"/>
              </a:ext>
            </a:extLst>
          </p:cNvPr>
          <p:cNvSpPr>
            <a:spLocks noGrp="1"/>
          </p:cNvSpPr>
          <p:nvPr/>
        </p:nvSpPr>
        <p:spPr>
          <a:xfrm>
            <a:off x="7307580" y="2914650"/>
            <a:ext cx="1021080" cy="523875"/>
          </a:xfrm>
          <a:prstGeom prst="rect">
            <a:avLst/>
          </a:prstGeom>
          <a:solidFill>
            <a:srgbClr val="24242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91.8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B64FA5B5-447B-642E-B54E-ABFBA37FBF75}"/>
              </a:ext>
            </a:extLst>
          </p:cNvPr>
          <p:cNvSpPr>
            <a:spLocks noGrp="1"/>
          </p:cNvSpPr>
          <p:nvPr/>
        </p:nvSpPr>
        <p:spPr>
          <a:xfrm>
            <a:off x="8328660" y="2914650"/>
            <a:ext cx="1021080" cy="523875"/>
          </a:xfrm>
          <a:prstGeom prst="rect">
            <a:avLst/>
          </a:prstGeom>
          <a:solidFill>
            <a:srgbClr val="EFEFE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3.5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3A7C19BE-7842-803D-B27B-D5502C6815E3}"/>
              </a:ext>
            </a:extLst>
          </p:cNvPr>
          <p:cNvSpPr>
            <a:spLocks noGrp="1"/>
          </p:cNvSpPr>
          <p:nvPr/>
        </p:nvSpPr>
        <p:spPr>
          <a:xfrm>
            <a:off x="9349740" y="2914650"/>
            <a:ext cx="102108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F672DE86-C285-F239-5FDF-0B149751AACD}"/>
              </a:ext>
            </a:extLst>
          </p:cNvPr>
          <p:cNvSpPr>
            <a:spLocks noGrp="1"/>
          </p:cNvSpPr>
          <p:nvPr/>
        </p:nvSpPr>
        <p:spPr>
          <a:xfrm>
            <a:off x="10370820" y="2914650"/>
            <a:ext cx="1021080" cy="523875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4.2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31BCEC66-137D-5BF2-9F5C-095BC1191DC2}"/>
              </a:ext>
            </a:extLst>
          </p:cNvPr>
          <p:cNvSpPr>
            <a:spLocks noGrp="1"/>
          </p:cNvSpPr>
          <p:nvPr/>
        </p:nvSpPr>
        <p:spPr>
          <a:xfrm>
            <a:off x="11391900" y="291465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0.635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BDCBF3F-E49A-562A-510B-4E7492195A36}"/>
              </a:ext>
            </a:extLst>
          </p:cNvPr>
          <p:cNvSpPr>
            <a:spLocks noGrp="1"/>
          </p:cNvSpPr>
          <p:nvPr/>
        </p:nvSpPr>
        <p:spPr>
          <a:xfrm>
            <a:off x="6286500" y="343852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11F9E913-F8F5-BD9F-59C6-BFABB78A45FC}"/>
              </a:ext>
            </a:extLst>
          </p:cNvPr>
          <p:cNvSpPr>
            <a:spLocks noGrp="1"/>
          </p:cNvSpPr>
          <p:nvPr/>
        </p:nvSpPr>
        <p:spPr>
          <a:xfrm>
            <a:off x="7307580" y="3438525"/>
            <a:ext cx="1021080" cy="523875"/>
          </a:xfrm>
          <a:prstGeom prst="rect">
            <a:avLst/>
          </a:prstGeom>
          <a:solidFill>
            <a:srgbClr val="1C1C1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95.4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28FD3C0C-7AE6-7DF9-6E63-344310518763}"/>
              </a:ext>
            </a:extLst>
          </p:cNvPr>
          <p:cNvSpPr>
            <a:spLocks noGrp="1"/>
          </p:cNvSpPr>
          <p:nvPr/>
        </p:nvSpPr>
        <p:spPr>
          <a:xfrm>
            <a:off x="8328660" y="3438525"/>
            <a:ext cx="1021080" cy="523875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1.3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8AF1AC05-8122-4E2F-5AF1-53EA003C1E5B}"/>
              </a:ext>
            </a:extLst>
          </p:cNvPr>
          <p:cNvSpPr>
            <a:spLocks noGrp="1"/>
          </p:cNvSpPr>
          <p:nvPr/>
        </p:nvSpPr>
        <p:spPr>
          <a:xfrm>
            <a:off x="9349740" y="343852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1B1F22FE-54C5-527E-2F29-FD52FD366D6B}"/>
              </a:ext>
            </a:extLst>
          </p:cNvPr>
          <p:cNvSpPr>
            <a:spLocks noGrp="1"/>
          </p:cNvSpPr>
          <p:nvPr/>
        </p:nvSpPr>
        <p:spPr>
          <a:xfrm>
            <a:off x="10370820" y="3438525"/>
            <a:ext cx="1021080" cy="523875"/>
          </a:xfrm>
          <a:prstGeom prst="rect">
            <a:avLst/>
          </a:prstGeom>
          <a:solidFill>
            <a:srgbClr val="F0F0F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2.9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3F885BF3-7328-F4FE-0F11-925EC2AD94C2}"/>
              </a:ext>
            </a:extLst>
          </p:cNvPr>
          <p:cNvSpPr>
            <a:spLocks noGrp="1"/>
          </p:cNvSpPr>
          <p:nvPr/>
        </p:nvSpPr>
        <p:spPr>
          <a:xfrm>
            <a:off x="11391900" y="34385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0.671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9BADF5E5-4203-F54F-B229-01191A6F9D96}"/>
              </a:ext>
            </a:extLst>
          </p:cNvPr>
          <p:cNvSpPr>
            <a:spLocks noGrp="1"/>
          </p:cNvSpPr>
          <p:nvPr/>
        </p:nvSpPr>
        <p:spPr>
          <a:xfrm>
            <a:off x="6286500" y="3962400"/>
            <a:ext cx="1021080" cy="523875"/>
          </a:xfrm>
          <a:prstGeom prst="rect">
            <a:avLst/>
          </a:prstGeom>
          <a:solidFill>
            <a:srgbClr val="EFEFE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3.4</a:t>
            </a: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7E038B58-9B03-C21C-8F1C-71FF5A946C26}"/>
              </a:ext>
            </a:extLst>
          </p:cNvPr>
          <p:cNvSpPr>
            <a:spLocks noGrp="1"/>
          </p:cNvSpPr>
          <p:nvPr/>
        </p:nvSpPr>
        <p:spPr>
          <a:xfrm>
            <a:off x="7307580" y="3962400"/>
            <a:ext cx="1021080" cy="523875"/>
          </a:xfrm>
          <a:prstGeom prst="rect">
            <a:avLst/>
          </a:prstGeom>
          <a:solidFill>
            <a:srgbClr val="5B5B5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67.8</a:t>
            </a: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B8524C12-8D96-37D4-73A4-864605F6B3A3}"/>
              </a:ext>
            </a:extLst>
          </p:cNvPr>
          <p:cNvSpPr>
            <a:spLocks noGrp="1"/>
          </p:cNvSpPr>
          <p:nvPr/>
        </p:nvSpPr>
        <p:spPr>
          <a:xfrm>
            <a:off x="8328660" y="3962400"/>
            <a:ext cx="1021080" cy="523875"/>
          </a:xfrm>
          <a:prstGeom prst="rect">
            <a:avLst/>
          </a:prstGeom>
          <a:solidFill>
            <a:srgbClr val="C6C6C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21.1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8BE9777A-0098-D9C2-3E3E-6439996FB5E5}"/>
              </a:ext>
            </a:extLst>
          </p:cNvPr>
          <p:cNvSpPr>
            <a:spLocks noGrp="1"/>
          </p:cNvSpPr>
          <p:nvPr/>
        </p:nvSpPr>
        <p:spPr>
          <a:xfrm>
            <a:off x="9349740" y="3962400"/>
            <a:ext cx="1021080" cy="523875"/>
          </a:xfrm>
          <a:prstGeom prst="rect">
            <a:avLst/>
          </a:prstGeom>
          <a:solidFill>
            <a:srgbClr val="EBEBE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5.4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864F8403-64E7-92EC-16F6-809B9B4143AC}"/>
              </a:ext>
            </a:extLst>
          </p:cNvPr>
          <p:cNvSpPr>
            <a:spLocks noGrp="1"/>
          </p:cNvSpPr>
          <p:nvPr/>
        </p:nvSpPr>
        <p:spPr>
          <a:xfrm>
            <a:off x="10370820" y="3962400"/>
            <a:ext cx="1021080" cy="523875"/>
          </a:xfrm>
          <a:prstGeom prst="rect">
            <a:avLst/>
          </a:prstGeom>
          <a:solidFill>
            <a:srgbClr val="F1F1F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2.4</a:t>
            </a: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39A46655-C46F-4C48-76C8-64EE05A31C3D}"/>
              </a:ext>
            </a:extLst>
          </p:cNvPr>
          <p:cNvSpPr>
            <a:spLocks noGrp="1"/>
          </p:cNvSpPr>
          <p:nvPr/>
        </p:nvSpPr>
        <p:spPr>
          <a:xfrm>
            <a:off x="11391900" y="39624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0.402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EAC0B81D-7486-D3CC-8D0C-D648224EF713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1021080" cy="523875"/>
          </a:xfrm>
          <a:prstGeom prst="rect">
            <a:avLst/>
          </a:prstGeom>
          <a:solidFill>
            <a:srgbClr val="E8E8E8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6.7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65DC289A-49ED-3F9E-7E96-B41AE573BF77}"/>
              </a:ext>
            </a:extLst>
          </p:cNvPr>
          <p:cNvSpPr>
            <a:spLocks noGrp="1"/>
          </p:cNvSpPr>
          <p:nvPr/>
        </p:nvSpPr>
        <p:spPr>
          <a:xfrm>
            <a:off x="7307580" y="4486275"/>
            <a:ext cx="1021080" cy="523875"/>
          </a:xfrm>
          <a:prstGeom prst="rect">
            <a:avLst/>
          </a:prstGeom>
          <a:solidFill>
            <a:srgbClr val="4C4C4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74.2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1D02E6F7-6218-1E7C-A093-34328A3AC114}"/>
              </a:ext>
            </a:extLst>
          </p:cNvPr>
          <p:cNvSpPr>
            <a:spLocks noGrp="1"/>
          </p:cNvSpPr>
          <p:nvPr/>
        </p:nvSpPr>
        <p:spPr>
          <a:xfrm>
            <a:off x="8328660" y="4486275"/>
            <a:ext cx="1021080" cy="523875"/>
          </a:xfrm>
          <a:prstGeom prst="rect">
            <a:avLst/>
          </a:prstGeom>
          <a:solidFill>
            <a:srgbClr val="DADAD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12.8</a:t>
            </a: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EC487F34-9CC6-F1A3-E2A8-526A47E7FBB8}"/>
              </a:ext>
            </a:extLst>
          </p:cNvPr>
          <p:cNvSpPr>
            <a:spLocks noGrp="1"/>
          </p:cNvSpPr>
          <p:nvPr/>
        </p:nvSpPr>
        <p:spPr>
          <a:xfrm>
            <a:off x="9349740" y="4486275"/>
            <a:ext cx="1021080" cy="523875"/>
          </a:xfrm>
          <a:prstGeom prst="rect">
            <a:avLst/>
          </a:prstGeom>
          <a:solidFill>
            <a:srgbClr val="EEEEE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3.7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F7E6E240-444E-E66E-8336-884346D51483}"/>
              </a:ext>
            </a:extLst>
          </p:cNvPr>
          <p:cNvSpPr>
            <a:spLocks noGrp="1"/>
          </p:cNvSpPr>
          <p:nvPr/>
        </p:nvSpPr>
        <p:spPr>
          <a:xfrm>
            <a:off x="10370820" y="4486275"/>
            <a:ext cx="1021080" cy="523875"/>
          </a:xfrm>
          <a:prstGeom prst="rect">
            <a:avLst/>
          </a:prstGeom>
          <a:solidFill>
            <a:srgbClr val="F1F1F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2.6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266467DA-A611-D8A8-5826-6AA1BA12C038}"/>
              </a:ext>
            </a:extLst>
          </p:cNvPr>
          <p:cNvSpPr>
            <a:spLocks noGrp="1"/>
          </p:cNvSpPr>
          <p:nvPr/>
        </p:nvSpPr>
        <p:spPr>
          <a:xfrm>
            <a:off x="11391900" y="44862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0.458</a:t>
            </a:r>
          </a:p>
        </p:txBody>
      </p:sp>
      <p:sp>
        <p:nvSpPr>
          <p:cNvPr id="223" name="직선 연결선 222">
            <a:extLst>
              <a:ext uri="{FF2B5EF4-FFF2-40B4-BE49-F238E27FC236}">
                <a16:creationId xmlns:a16="http://schemas.microsoft.com/office/drawing/2014/main" id="{51AAE351-E833-005B-9204-E1442613E1DC}"/>
              </a:ext>
            </a:extLst>
          </p:cNvPr>
          <p:cNvSpPr>
            <a:spLocks noGrp="1"/>
          </p:cNvSpPr>
          <p:nvPr/>
        </p:nvSpPr>
        <p:spPr>
          <a:xfrm>
            <a:off x="11391900" y="1343025"/>
            <a:ext cx="0" cy="3667125"/>
          </a:xfrm>
          <a:prstGeom prst="line">
            <a:avLst/>
          </a:prstGeom>
          <a:noFill/>
          <a:ln w="23813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5" name="직선 연결선 224">
            <a:extLst>
              <a:ext uri="{FF2B5EF4-FFF2-40B4-BE49-F238E27FC236}">
                <a16:creationId xmlns:a16="http://schemas.microsoft.com/office/drawing/2014/main" id="{C02BF748-8414-3464-D7AF-A4C582D58828}"/>
              </a:ext>
            </a:extLst>
          </p:cNvPr>
          <p:cNvSpPr>
            <a:spLocks noGrp="1"/>
          </p:cNvSpPr>
          <p:nvPr/>
        </p:nvSpPr>
        <p:spPr>
          <a:xfrm>
            <a:off x="6286500" y="1343025"/>
            <a:ext cx="5715000" cy="0"/>
          </a:xfrm>
          <a:prstGeom prst="line">
            <a:avLst/>
          </a:prstGeom>
          <a:noFill/>
          <a:ln w="1047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7" name="직선 연결선 226">
            <a:extLst>
              <a:ext uri="{FF2B5EF4-FFF2-40B4-BE49-F238E27FC236}">
                <a16:creationId xmlns:a16="http://schemas.microsoft.com/office/drawing/2014/main" id="{CAFCB091-FE79-48BC-BAF8-201F55684460}"/>
              </a:ext>
            </a:extLst>
          </p:cNvPr>
          <p:cNvSpPr>
            <a:spLocks noGrp="1"/>
          </p:cNvSpPr>
          <p:nvPr/>
        </p:nvSpPr>
        <p:spPr>
          <a:xfrm>
            <a:off x="6286500" y="239077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9" name="직선 연결선 228">
            <a:extLst>
              <a:ext uri="{FF2B5EF4-FFF2-40B4-BE49-F238E27FC236}">
                <a16:creationId xmlns:a16="http://schemas.microsoft.com/office/drawing/2014/main" id="{6FA70780-5F46-4E23-8C65-BE3AD5301799}"/>
              </a:ext>
            </a:extLst>
          </p:cNvPr>
          <p:cNvSpPr>
            <a:spLocks noGrp="1"/>
          </p:cNvSpPr>
          <p:nvPr/>
        </p:nvSpPr>
        <p:spPr>
          <a:xfrm>
            <a:off x="6286500" y="343852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1" name="직선 연결선 230">
            <a:extLst>
              <a:ext uri="{FF2B5EF4-FFF2-40B4-BE49-F238E27FC236}">
                <a16:creationId xmlns:a16="http://schemas.microsoft.com/office/drawing/2014/main" id="{AFCAEC1F-19B6-E6DD-D921-037BB18230A3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519B6310-C404-F1E7-518D-16BC29C937AA}"/>
              </a:ext>
            </a:extLst>
          </p:cNvPr>
          <p:cNvSpPr>
            <a:spLocks noGrp="1"/>
          </p:cNvSpPr>
          <p:nvPr/>
        </p:nvSpPr>
        <p:spPr>
          <a:xfrm>
            <a:off x="1428750" y="5229225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Cell values show response percentages.  D = demographics only; P = demographics plus persona narrative.</a:t>
            </a:r>
          </a:p>
        </p:txBody>
      </p:sp>
    </p:spTree>
    <p:extLst>
      <p:ext uri="{BB962C8B-B14F-4D97-AF65-F5344CB8AC3E}">
        <p14:creationId xmlns:p14="http://schemas.microsoft.com/office/powerpoint/2010/main" val="388935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19A432C-AC04-4652-B482-E65180D50D45}"/>
              </a:ext>
            </a:extLst>
          </p:cNvPr>
          <p:cNvSpPr>
            <a:spLocks noGrp="1"/>
          </p:cNvSpPr>
          <p:nvPr/>
        </p:nvSpPr>
        <p:spPr>
          <a:xfrm>
            <a:off x="1409700" y="228600"/>
            <a:ext cx="4591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 Q4 </a:t>
            </a:r>
            <a:endParaRPr lang="en-US" sz="1500" b="1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Preferred Military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Service System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596797-241F-45AF-BC8B-3E1EA586367C}"/>
              </a:ext>
            </a:extLst>
          </p:cNvPr>
          <p:cNvSpPr>
            <a:spLocks noGrp="1"/>
          </p:cNvSpPr>
          <p:nvPr/>
        </p:nvSpPr>
        <p:spPr>
          <a:xfrm>
            <a:off x="1383984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Retain Current</a:t>
            </a:r>
          </a:p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Conscription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641396-0E7B-479B-928B-D732CA13A328}"/>
              </a:ext>
            </a:extLst>
          </p:cNvPr>
          <p:cNvSpPr>
            <a:spLocks noGrp="1"/>
          </p:cNvSpPr>
          <p:nvPr/>
        </p:nvSpPr>
        <p:spPr>
          <a:xfrm>
            <a:off x="2379347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Conscription +</a:t>
            </a:r>
          </a:p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Volunteer </a:t>
            </a:r>
            <a:endParaRPr lang="en-US" sz="1200" b="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Service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2B958A-431B-4887-820B-793F3C82B196}"/>
              </a:ext>
            </a:extLst>
          </p:cNvPr>
          <p:cNvSpPr>
            <a:spLocks noGrp="1"/>
          </p:cNvSpPr>
          <p:nvPr/>
        </p:nvSpPr>
        <p:spPr>
          <a:xfrm>
            <a:off x="3374709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All-Volunteer</a:t>
            </a:r>
          </a:p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Force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EE541C-AEDB-423C-8684-89EA058F31C3}"/>
              </a:ext>
            </a:extLst>
          </p:cNvPr>
          <p:cNvSpPr>
            <a:spLocks noGrp="1"/>
          </p:cNvSpPr>
          <p:nvPr/>
        </p:nvSpPr>
        <p:spPr>
          <a:xfrm>
            <a:off x="4370072" y="752475"/>
            <a:ext cx="102108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Don't</a:t>
            </a:r>
          </a:p>
          <a:p>
            <a:pPr algn="ctr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6E7B78-E9E0-4384-B080-CE21F81C7CCA}"/>
              </a:ext>
            </a:extLst>
          </p:cNvPr>
          <p:cNvSpPr>
            <a:spLocks noGrp="1"/>
          </p:cNvSpPr>
          <p:nvPr/>
        </p:nvSpPr>
        <p:spPr>
          <a:xfrm>
            <a:off x="5375400" y="752475"/>
            <a:ext cx="6253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TVD ↓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72190B-EE59-4009-83D2-94F3C9B34627}"/>
              </a:ext>
            </a:extLst>
          </p:cNvPr>
          <p:cNvSpPr>
            <a:spLocks noGrp="1"/>
          </p:cNvSpPr>
          <p:nvPr/>
        </p:nvSpPr>
        <p:spPr>
          <a:xfrm>
            <a:off x="0" y="1343025"/>
            <a:ext cx="133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 Survey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CC02CE-5303-4D66-9A4E-D885B2A67751}"/>
              </a:ext>
            </a:extLst>
          </p:cNvPr>
          <p:cNvSpPr>
            <a:spLocks noGrp="1"/>
          </p:cNvSpPr>
          <p:nvPr/>
        </p:nvSpPr>
        <p:spPr>
          <a:xfrm>
            <a:off x="1409700" y="1343025"/>
            <a:ext cx="995363" cy="523875"/>
          </a:xfrm>
          <a:prstGeom prst="rect">
            <a:avLst/>
          </a:prstGeom>
          <a:solidFill>
            <a:srgbClr val="A6A6A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35.4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CB3E24-A0C6-41A7-8F17-DED53791F1C5}"/>
              </a:ext>
            </a:extLst>
          </p:cNvPr>
          <p:cNvSpPr>
            <a:spLocks noGrp="1"/>
          </p:cNvSpPr>
          <p:nvPr/>
        </p:nvSpPr>
        <p:spPr>
          <a:xfrm>
            <a:off x="2405063" y="1343025"/>
            <a:ext cx="995363" cy="523875"/>
          </a:xfrm>
          <a:prstGeom prst="rect">
            <a:avLst/>
          </a:prstGeom>
          <a:solidFill>
            <a:srgbClr val="989898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41.5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BF0B1B-E2A7-491C-8DC5-8DA87F3AD879}"/>
              </a:ext>
            </a:extLst>
          </p:cNvPr>
          <p:cNvSpPr>
            <a:spLocks noGrp="1"/>
          </p:cNvSpPr>
          <p:nvPr/>
        </p:nvSpPr>
        <p:spPr>
          <a:xfrm>
            <a:off x="3400425" y="1343025"/>
            <a:ext cx="995363" cy="523875"/>
          </a:xfrm>
          <a:prstGeom prst="rect">
            <a:avLst/>
          </a:prstGeom>
          <a:solidFill>
            <a:srgbClr val="DFDFD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3DA8E2-F643-4D00-BAB8-D3CA049EEC8B}"/>
              </a:ext>
            </a:extLst>
          </p:cNvPr>
          <p:cNvSpPr>
            <a:spLocks noGrp="1"/>
          </p:cNvSpPr>
          <p:nvPr/>
        </p:nvSpPr>
        <p:spPr>
          <a:xfrm>
            <a:off x="4395788" y="1343025"/>
            <a:ext cx="995363" cy="523875"/>
          </a:xfrm>
          <a:prstGeom prst="rect">
            <a:avLst/>
          </a:prstGeom>
          <a:solidFill>
            <a:srgbClr val="DADADA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12.4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01A77F-6B27-41C6-AE22-0F13822CD812}"/>
              </a:ext>
            </a:extLst>
          </p:cNvPr>
          <p:cNvSpPr>
            <a:spLocks noGrp="1"/>
          </p:cNvSpPr>
          <p:nvPr/>
        </p:nvSpPr>
        <p:spPr>
          <a:xfrm>
            <a:off x="5391150" y="13430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1B6B53-9429-4E59-ADC5-99A4650A198C}"/>
              </a:ext>
            </a:extLst>
          </p:cNvPr>
          <p:cNvSpPr>
            <a:spLocks noGrp="1"/>
          </p:cNvSpPr>
          <p:nvPr/>
        </p:nvSpPr>
        <p:spPr>
          <a:xfrm>
            <a:off x="190500" y="186690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Qwen 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C48AD8-5D6B-4CC2-90B0-90DB0FAAAA64}"/>
              </a:ext>
            </a:extLst>
          </p:cNvPr>
          <p:cNvSpPr>
            <a:spLocks noGrp="1"/>
          </p:cNvSpPr>
          <p:nvPr/>
        </p:nvSpPr>
        <p:spPr>
          <a:xfrm>
            <a:off x="1409700" y="1866900"/>
            <a:ext cx="995363" cy="523875"/>
          </a:xfrm>
          <a:prstGeom prst="rect">
            <a:avLst/>
          </a:prstGeom>
          <a:solidFill>
            <a:srgbClr val="CFCFC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17.2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01AD98-41F3-4401-9437-E16C3AB3DBAE}"/>
              </a:ext>
            </a:extLst>
          </p:cNvPr>
          <p:cNvSpPr>
            <a:spLocks noGrp="1"/>
          </p:cNvSpPr>
          <p:nvPr/>
        </p:nvSpPr>
        <p:spPr>
          <a:xfrm>
            <a:off x="2405063" y="1866900"/>
            <a:ext cx="995363" cy="523875"/>
          </a:xfrm>
          <a:prstGeom prst="rect">
            <a:avLst/>
          </a:prstGeom>
          <a:solidFill>
            <a:srgbClr val="3B3B3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81.7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BAB28F-BCF6-4CDA-BDFA-1A9E80230A0A}"/>
              </a:ext>
            </a:extLst>
          </p:cNvPr>
          <p:cNvSpPr>
            <a:spLocks noGrp="1"/>
          </p:cNvSpPr>
          <p:nvPr/>
        </p:nvSpPr>
        <p:spPr>
          <a:xfrm>
            <a:off x="3400425" y="1866900"/>
            <a:ext cx="995363" cy="523875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EF9D2B-47DE-46A7-9D1C-1FD3EEA7E330}"/>
              </a:ext>
            </a:extLst>
          </p:cNvPr>
          <p:cNvSpPr>
            <a:spLocks noGrp="1"/>
          </p:cNvSpPr>
          <p:nvPr/>
        </p:nvSpPr>
        <p:spPr>
          <a:xfrm>
            <a:off x="4395788" y="1866900"/>
            <a:ext cx="995363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004388-8D14-4669-A5C0-318FFD963911}"/>
              </a:ext>
            </a:extLst>
          </p:cNvPr>
          <p:cNvSpPr>
            <a:spLocks noGrp="1"/>
          </p:cNvSpPr>
          <p:nvPr/>
        </p:nvSpPr>
        <p:spPr>
          <a:xfrm>
            <a:off x="5391150" y="18669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0.401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FF7809-6FC0-4B20-9BA1-E6CE36388069}"/>
              </a:ext>
            </a:extLst>
          </p:cNvPr>
          <p:cNvSpPr>
            <a:spLocks noGrp="1"/>
          </p:cNvSpPr>
          <p:nvPr/>
        </p:nvSpPr>
        <p:spPr>
          <a:xfrm>
            <a:off x="190500" y="239077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Qwen P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D11F39-D882-4B36-ACE6-4ABD82FAE92A}"/>
              </a:ext>
            </a:extLst>
          </p:cNvPr>
          <p:cNvSpPr>
            <a:spLocks noGrp="1"/>
          </p:cNvSpPr>
          <p:nvPr/>
        </p:nvSpPr>
        <p:spPr>
          <a:xfrm>
            <a:off x="1409700" y="2390775"/>
            <a:ext cx="995363" cy="523875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524968-B7D0-403E-BEF7-C30BA01363B1}"/>
              </a:ext>
            </a:extLst>
          </p:cNvPr>
          <p:cNvSpPr>
            <a:spLocks noGrp="1"/>
          </p:cNvSpPr>
          <p:nvPr/>
        </p:nvSpPr>
        <p:spPr>
          <a:xfrm>
            <a:off x="2405063" y="2390775"/>
            <a:ext cx="995363" cy="523875"/>
          </a:xfrm>
          <a:prstGeom prst="rect">
            <a:avLst/>
          </a:prstGeom>
          <a:solidFill>
            <a:srgbClr val="1B1B1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95.5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3BFD20-E4CA-49D3-B855-09254080C03C}"/>
              </a:ext>
            </a:extLst>
          </p:cNvPr>
          <p:cNvSpPr>
            <a:spLocks noGrp="1"/>
          </p:cNvSpPr>
          <p:nvPr/>
        </p:nvSpPr>
        <p:spPr>
          <a:xfrm>
            <a:off x="3400425" y="2390775"/>
            <a:ext cx="995363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35170D4-5892-4348-BA18-CE60DC4CB29C}"/>
              </a:ext>
            </a:extLst>
          </p:cNvPr>
          <p:cNvSpPr>
            <a:spLocks noGrp="1"/>
          </p:cNvSpPr>
          <p:nvPr/>
        </p:nvSpPr>
        <p:spPr>
          <a:xfrm>
            <a:off x="4395788" y="2390775"/>
            <a:ext cx="995363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9C450-66BA-4ADB-A3CE-FF1704F0E640}"/>
              </a:ext>
            </a:extLst>
          </p:cNvPr>
          <p:cNvSpPr>
            <a:spLocks noGrp="1"/>
          </p:cNvSpPr>
          <p:nvPr/>
        </p:nvSpPr>
        <p:spPr>
          <a:xfrm>
            <a:off x="5391150" y="23907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0.540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D5CF89-E500-4F37-B354-46403F6CC3C3}"/>
              </a:ext>
            </a:extLst>
          </p:cNvPr>
          <p:cNvSpPr>
            <a:spLocks noGrp="1"/>
          </p:cNvSpPr>
          <p:nvPr/>
        </p:nvSpPr>
        <p:spPr>
          <a:xfrm>
            <a:off x="190500" y="291465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EXAONE 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5AE18C-75E1-4AB7-8C1D-EA5540D38901}"/>
              </a:ext>
            </a:extLst>
          </p:cNvPr>
          <p:cNvSpPr>
            <a:spLocks noGrp="1"/>
          </p:cNvSpPr>
          <p:nvPr/>
        </p:nvSpPr>
        <p:spPr>
          <a:xfrm>
            <a:off x="1409700" y="2914650"/>
            <a:ext cx="995363" cy="523875"/>
          </a:xfrm>
          <a:prstGeom prst="rect">
            <a:avLst/>
          </a:prstGeom>
          <a:solidFill>
            <a:srgbClr val="BEBEB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24.8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993E0A0-2A83-47BB-B902-C50BA0AD29A4}"/>
              </a:ext>
            </a:extLst>
          </p:cNvPr>
          <p:cNvSpPr>
            <a:spLocks noGrp="1"/>
          </p:cNvSpPr>
          <p:nvPr/>
        </p:nvSpPr>
        <p:spPr>
          <a:xfrm>
            <a:off x="2405063" y="2914650"/>
            <a:ext cx="995363" cy="523875"/>
          </a:xfrm>
          <a:prstGeom prst="rect">
            <a:avLst/>
          </a:prstGeom>
          <a:solidFill>
            <a:srgbClr val="66666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62.9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3513A9-6636-4E6D-80B2-D6D196D55782}"/>
              </a:ext>
            </a:extLst>
          </p:cNvPr>
          <p:cNvSpPr>
            <a:spLocks noGrp="1"/>
          </p:cNvSpPr>
          <p:nvPr/>
        </p:nvSpPr>
        <p:spPr>
          <a:xfrm>
            <a:off x="3400425" y="2914650"/>
            <a:ext cx="995363" cy="523875"/>
          </a:xfrm>
          <a:prstGeom prst="rect">
            <a:avLst/>
          </a:prstGeom>
          <a:solidFill>
            <a:srgbClr val="EEEEEE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4.1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81BE43-39ED-480A-8FDE-879786302524}"/>
              </a:ext>
            </a:extLst>
          </p:cNvPr>
          <p:cNvSpPr>
            <a:spLocks noGrp="1"/>
          </p:cNvSpPr>
          <p:nvPr/>
        </p:nvSpPr>
        <p:spPr>
          <a:xfrm>
            <a:off x="4395788" y="2914650"/>
            <a:ext cx="995363" cy="523875"/>
          </a:xfrm>
          <a:prstGeom prst="rect">
            <a:avLst/>
          </a:prstGeom>
          <a:solidFill>
            <a:srgbClr val="E4E4E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17C34DE-902A-4E7E-91BC-762601288A49}"/>
              </a:ext>
            </a:extLst>
          </p:cNvPr>
          <p:cNvSpPr>
            <a:spLocks noGrp="1"/>
          </p:cNvSpPr>
          <p:nvPr/>
        </p:nvSpPr>
        <p:spPr>
          <a:xfrm>
            <a:off x="5391150" y="291465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0.214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EE4299-C96D-4912-AE93-736D9F4BB147}"/>
              </a:ext>
            </a:extLst>
          </p:cNvPr>
          <p:cNvSpPr>
            <a:spLocks noGrp="1"/>
          </p:cNvSpPr>
          <p:nvPr/>
        </p:nvSpPr>
        <p:spPr>
          <a:xfrm>
            <a:off x="190500" y="343852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EXAONE P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0B571C-C72F-4006-BCB7-4B5846713FE4}"/>
              </a:ext>
            </a:extLst>
          </p:cNvPr>
          <p:cNvSpPr>
            <a:spLocks noGrp="1"/>
          </p:cNvSpPr>
          <p:nvPr/>
        </p:nvSpPr>
        <p:spPr>
          <a:xfrm>
            <a:off x="1409700" y="3438525"/>
            <a:ext cx="995363" cy="523875"/>
          </a:xfrm>
          <a:prstGeom prst="rect">
            <a:avLst/>
          </a:prstGeom>
          <a:solidFill>
            <a:srgbClr val="C3C3C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22.4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9D4671-59A8-47BB-91EB-4AE01F77AA45}"/>
              </a:ext>
            </a:extLst>
          </p:cNvPr>
          <p:cNvSpPr>
            <a:spLocks noGrp="1"/>
          </p:cNvSpPr>
          <p:nvPr/>
        </p:nvSpPr>
        <p:spPr>
          <a:xfrm>
            <a:off x="2405063" y="3438525"/>
            <a:ext cx="995363" cy="523875"/>
          </a:xfrm>
          <a:prstGeom prst="rect">
            <a:avLst/>
          </a:prstGeom>
          <a:solidFill>
            <a:srgbClr val="4F4F4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73.1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D8D3D39-D523-4563-9484-E5400B7209F5}"/>
              </a:ext>
            </a:extLst>
          </p:cNvPr>
          <p:cNvSpPr>
            <a:spLocks noGrp="1"/>
          </p:cNvSpPr>
          <p:nvPr/>
        </p:nvSpPr>
        <p:spPr>
          <a:xfrm>
            <a:off x="3400425" y="3438525"/>
            <a:ext cx="995363" cy="523875"/>
          </a:xfrm>
          <a:prstGeom prst="rect">
            <a:avLst/>
          </a:prstGeom>
          <a:solidFill>
            <a:srgbClr val="EFEFEF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D415822-6CC8-4B2F-A73F-845458D9E2DD}"/>
              </a:ext>
            </a:extLst>
          </p:cNvPr>
          <p:cNvSpPr>
            <a:spLocks noGrp="1"/>
          </p:cNvSpPr>
          <p:nvPr/>
        </p:nvSpPr>
        <p:spPr>
          <a:xfrm>
            <a:off x="4395788" y="3438525"/>
            <a:ext cx="995363" cy="523875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32B030-ABFB-4B18-B859-928295FC46FF}"/>
              </a:ext>
            </a:extLst>
          </p:cNvPr>
          <p:cNvSpPr>
            <a:spLocks noGrp="1"/>
          </p:cNvSpPr>
          <p:nvPr/>
        </p:nvSpPr>
        <p:spPr>
          <a:xfrm>
            <a:off x="5391150" y="34385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0.316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FCFFAAF-1D12-454A-9959-95B55A2CE355}"/>
              </a:ext>
            </a:extLst>
          </p:cNvPr>
          <p:cNvSpPr>
            <a:spLocks noGrp="1"/>
          </p:cNvSpPr>
          <p:nvPr/>
        </p:nvSpPr>
        <p:spPr>
          <a:xfrm>
            <a:off x="190500" y="3962400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Gemma D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939911-3007-4C70-B1E6-E82CC31979AE}"/>
              </a:ext>
            </a:extLst>
          </p:cNvPr>
          <p:cNvSpPr>
            <a:spLocks noGrp="1"/>
          </p:cNvSpPr>
          <p:nvPr/>
        </p:nvSpPr>
        <p:spPr>
          <a:xfrm>
            <a:off x="1409700" y="3962400"/>
            <a:ext cx="995363" cy="523875"/>
          </a:xfrm>
          <a:prstGeom prst="rect">
            <a:avLst/>
          </a:prstGeom>
          <a:solidFill>
            <a:srgbClr val="76767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56.2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BDC9D59-6C51-4076-B6A2-0B91CBF776FB}"/>
              </a:ext>
            </a:extLst>
          </p:cNvPr>
          <p:cNvSpPr>
            <a:spLocks noGrp="1"/>
          </p:cNvSpPr>
          <p:nvPr/>
        </p:nvSpPr>
        <p:spPr>
          <a:xfrm>
            <a:off x="2405063" y="3962400"/>
            <a:ext cx="995363" cy="523875"/>
          </a:xfrm>
          <a:prstGeom prst="rect">
            <a:avLst/>
          </a:prstGeom>
          <a:solidFill>
            <a:srgbClr val="F1F1F1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4CF0AA4-DDE4-4BE2-87BF-F3786F72FB64}"/>
              </a:ext>
            </a:extLst>
          </p:cNvPr>
          <p:cNvSpPr>
            <a:spLocks noGrp="1"/>
          </p:cNvSpPr>
          <p:nvPr/>
        </p:nvSpPr>
        <p:spPr>
          <a:xfrm>
            <a:off x="3400425" y="3962400"/>
            <a:ext cx="995363" cy="523875"/>
          </a:xfrm>
          <a:prstGeom prst="rect">
            <a:avLst/>
          </a:prstGeom>
          <a:solidFill>
            <a:srgbClr val="999999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40.7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F53C54E-A466-4392-983E-BDBACC79BC35}"/>
              </a:ext>
            </a:extLst>
          </p:cNvPr>
          <p:cNvSpPr>
            <a:spLocks noGrp="1"/>
          </p:cNvSpPr>
          <p:nvPr/>
        </p:nvSpPr>
        <p:spPr>
          <a:xfrm>
            <a:off x="4395788" y="3962400"/>
            <a:ext cx="995363" cy="523875"/>
          </a:xfrm>
          <a:prstGeom prst="rect">
            <a:avLst/>
          </a:prstGeom>
          <a:solidFill>
            <a:srgbClr val="F5F5F5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830993-192F-480C-B69A-F34301A5F248}"/>
              </a:ext>
            </a:extLst>
          </p:cNvPr>
          <p:cNvSpPr>
            <a:spLocks noGrp="1"/>
          </p:cNvSpPr>
          <p:nvPr/>
        </p:nvSpPr>
        <p:spPr>
          <a:xfrm>
            <a:off x="5391150" y="39624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0.509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671D67-8C7A-4D26-8137-BDCC76C964B6}"/>
              </a:ext>
            </a:extLst>
          </p:cNvPr>
          <p:cNvSpPr>
            <a:spLocks noGrp="1"/>
          </p:cNvSpPr>
          <p:nvPr/>
        </p:nvSpPr>
        <p:spPr>
          <a:xfrm>
            <a:off x="190500" y="4486275"/>
            <a:ext cx="114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Gemma P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1653B22-B010-4D23-931F-6F90EF040C14}"/>
              </a:ext>
            </a:extLst>
          </p:cNvPr>
          <p:cNvSpPr>
            <a:spLocks noGrp="1"/>
          </p:cNvSpPr>
          <p:nvPr/>
        </p:nvSpPr>
        <p:spPr>
          <a:xfrm>
            <a:off x="1409700" y="4486275"/>
            <a:ext cx="995363" cy="523875"/>
          </a:xfrm>
          <a:prstGeom prst="rect">
            <a:avLst/>
          </a:prstGeom>
          <a:solidFill>
            <a:srgbClr val="ACACAC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32.8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7A4427D-9088-4166-970E-18DCFF26DE62}"/>
              </a:ext>
            </a:extLst>
          </p:cNvPr>
          <p:cNvSpPr>
            <a:spLocks noGrp="1"/>
          </p:cNvSpPr>
          <p:nvPr/>
        </p:nvSpPr>
        <p:spPr>
          <a:xfrm>
            <a:off x="2405063" y="4486275"/>
            <a:ext cx="995363" cy="523875"/>
          </a:xfrm>
          <a:prstGeom prst="rect">
            <a:avLst/>
          </a:prstGeom>
          <a:solidFill>
            <a:srgbClr val="F0F0F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3.0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935D499-B414-48AC-AAC7-1D4D0ECE0341}"/>
              </a:ext>
            </a:extLst>
          </p:cNvPr>
          <p:cNvSpPr>
            <a:spLocks noGrp="1"/>
          </p:cNvSpPr>
          <p:nvPr/>
        </p:nvSpPr>
        <p:spPr>
          <a:xfrm>
            <a:off x="3400425" y="4486275"/>
            <a:ext cx="995363" cy="523875"/>
          </a:xfrm>
          <a:prstGeom prst="rect">
            <a:avLst/>
          </a:prstGeom>
          <a:solidFill>
            <a:srgbClr val="696969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61.9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BB83EB6-6768-4ED3-9131-C380D5367297}"/>
              </a:ext>
            </a:extLst>
          </p:cNvPr>
          <p:cNvSpPr>
            <a:spLocks noGrp="1"/>
          </p:cNvSpPr>
          <p:nvPr/>
        </p:nvSpPr>
        <p:spPr>
          <a:xfrm>
            <a:off x="4395788" y="4486275"/>
            <a:ext cx="995363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472C40D-F0D9-4285-9A2C-8492926D21B6}"/>
              </a:ext>
            </a:extLst>
          </p:cNvPr>
          <p:cNvSpPr>
            <a:spLocks noGrp="1"/>
          </p:cNvSpPr>
          <p:nvPr/>
        </p:nvSpPr>
        <p:spPr>
          <a:xfrm>
            <a:off x="5391150" y="44862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0.513</a:t>
            </a:r>
          </a:p>
        </p:txBody>
      </p:sp>
      <p:sp>
        <p:nvSpPr>
          <p:cNvPr id="49" name="직선 연결선 48">
            <a:extLst>
              <a:ext uri="{FF2B5EF4-FFF2-40B4-BE49-F238E27FC236}">
                <a16:creationId xmlns:a16="http://schemas.microsoft.com/office/drawing/2014/main" id="{316BB324-7B9F-4668-8FE3-D939A4207DD0}"/>
              </a:ext>
            </a:extLst>
          </p:cNvPr>
          <p:cNvSpPr>
            <a:spLocks noGrp="1"/>
          </p:cNvSpPr>
          <p:nvPr/>
        </p:nvSpPr>
        <p:spPr>
          <a:xfrm>
            <a:off x="5391150" y="1343025"/>
            <a:ext cx="0" cy="3667125"/>
          </a:xfrm>
          <a:prstGeom prst="line">
            <a:avLst/>
          </a:prstGeom>
          <a:noFill/>
          <a:ln w="23813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0" name="직선 연결선 49">
            <a:extLst>
              <a:ext uri="{FF2B5EF4-FFF2-40B4-BE49-F238E27FC236}">
                <a16:creationId xmlns:a16="http://schemas.microsoft.com/office/drawing/2014/main" id="{1CADAE4E-0DAF-4F5C-9C32-B17F7DE81AAC}"/>
              </a:ext>
            </a:extLst>
          </p:cNvPr>
          <p:cNvSpPr>
            <a:spLocks noGrp="1"/>
          </p:cNvSpPr>
          <p:nvPr/>
        </p:nvSpPr>
        <p:spPr>
          <a:xfrm>
            <a:off x="1409700" y="1343025"/>
            <a:ext cx="4591050" cy="0"/>
          </a:xfrm>
          <a:prstGeom prst="line">
            <a:avLst/>
          </a:prstGeom>
          <a:noFill/>
          <a:ln w="1047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1" name="직선 연결선 50">
            <a:extLst>
              <a:ext uri="{FF2B5EF4-FFF2-40B4-BE49-F238E27FC236}">
                <a16:creationId xmlns:a16="http://schemas.microsoft.com/office/drawing/2014/main" id="{D7303384-BAB6-46DC-921E-26153C5B083F}"/>
              </a:ext>
            </a:extLst>
          </p:cNvPr>
          <p:cNvSpPr>
            <a:spLocks noGrp="1"/>
          </p:cNvSpPr>
          <p:nvPr/>
        </p:nvSpPr>
        <p:spPr>
          <a:xfrm>
            <a:off x="1409700" y="239077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2" name="직선 연결선 51">
            <a:extLst>
              <a:ext uri="{FF2B5EF4-FFF2-40B4-BE49-F238E27FC236}">
                <a16:creationId xmlns:a16="http://schemas.microsoft.com/office/drawing/2014/main" id="{194CDF79-A489-41EB-ABC3-57F9EC02B87D}"/>
              </a:ext>
            </a:extLst>
          </p:cNvPr>
          <p:cNvSpPr>
            <a:spLocks noGrp="1"/>
          </p:cNvSpPr>
          <p:nvPr/>
        </p:nvSpPr>
        <p:spPr>
          <a:xfrm>
            <a:off x="1409700" y="343852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E2E670EE-1A23-4C1B-BDA7-BF53118C6139}"/>
              </a:ext>
            </a:extLst>
          </p:cNvPr>
          <p:cNvSpPr>
            <a:spLocks noGrp="1"/>
          </p:cNvSpPr>
          <p:nvPr/>
        </p:nvSpPr>
        <p:spPr>
          <a:xfrm>
            <a:off x="1409700" y="4486275"/>
            <a:ext cx="459105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49B1388-5B21-4964-BE00-2213F4A21379}"/>
              </a:ext>
            </a:extLst>
          </p:cNvPr>
          <p:cNvSpPr>
            <a:spLocks noGrp="1"/>
          </p:cNvSpPr>
          <p:nvPr/>
        </p:nvSpPr>
        <p:spPr>
          <a:xfrm>
            <a:off x="6286500" y="22860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 Q5 </a:t>
            </a:r>
            <a:endParaRPr lang="en-US" sz="1500" b="1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 for Female Conscription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77888FD-E722-473F-A4E0-1DC7A6F0F124}"/>
              </a:ext>
            </a:extLst>
          </p:cNvPr>
          <p:cNvSpPr>
            <a:spLocks noGrp="1"/>
          </p:cNvSpPr>
          <p:nvPr/>
        </p:nvSpPr>
        <p:spPr>
          <a:xfrm>
            <a:off x="6260119" y="752475"/>
            <a:ext cx="1047461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Strongly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A5F448E-E973-4970-80EB-9EC1A2EBF207}"/>
              </a:ext>
            </a:extLst>
          </p:cNvPr>
          <p:cNvSpPr>
            <a:spLocks noGrp="1"/>
          </p:cNvSpPr>
          <p:nvPr/>
        </p:nvSpPr>
        <p:spPr>
          <a:xfrm>
            <a:off x="7281199" y="752475"/>
            <a:ext cx="1047461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BA9DFBE-9A4B-4A3B-965A-3BB3AB0F7B23}"/>
              </a:ext>
            </a:extLst>
          </p:cNvPr>
          <p:cNvSpPr>
            <a:spLocks noGrp="1"/>
          </p:cNvSpPr>
          <p:nvPr/>
        </p:nvSpPr>
        <p:spPr>
          <a:xfrm>
            <a:off x="8302279" y="752475"/>
            <a:ext cx="1047461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Somewhat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oppose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CAACDED-B681-4A41-BA3F-F835B62F72A5}"/>
              </a:ext>
            </a:extLst>
          </p:cNvPr>
          <p:cNvSpPr>
            <a:spLocks noGrp="1"/>
          </p:cNvSpPr>
          <p:nvPr/>
        </p:nvSpPr>
        <p:spPr>
          <a:xfrm>
            <a:off x="9323359" y="752475"/>
            <a:ext cx="1047461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Strongly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oppose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54E3A97-6528-4FF5-AF64-62C1E4EDB1E2}"/>
              </a:ext>
            </a:extLst>
          </p:cNvPr>
          <p:cNvSpPr>
            <a:spLocks noGrp="1"/>
          </p:cNvSpPr>
          <p:nvPr/>
        </p:nvSpPr>
        <p:spPr>
          <a:xfrm>
            <a:off x="10344439" y="752475"/>
            <a:ext cx="1047461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Don't</a:t>
            </a:r>
          </a:p>
          <a:p>
            <a:pPr algn="ctr">
              <a:lnSpc>
                <a:spcPct val="100000"/>
              </a:lnSpc>
              <a:buNone/>
              <a:defRPr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0DE3802-A28D-4873-B647-E27BB44F8A4D}"/>
              </a:ext>
            </a:extLst>
          </p:cNvPr>
          <p:cNvSpPr>
            <a:spLocks noGrp="1"/>
          </p:cNvSpPr>
          <p:nvPr/>
        </p:nvSpPr>
        <p:spPr>
          <a:xfrm>
            <a:off x="11376150" y="752475"/>
            <a:ext cx="6253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b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TVD ↓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992A623-1709-474A-AFD4-1A834F74D713}"/>
              </a:ext>
            </a:extLst>
          </p:cNvPr>
          <p:cNvSpPr>
            <a:spLocks noGrp="1"/>
          </p:cNvSpPr>
          <p:nvPr/>
        </p:nvSpPr>
        <p:spPr>
          <a:xfrm>
            <a:off x="6286500" y="1343025"/>
            <a:ext cx="1021080" cy="523875"/>
          </a:xfrm>
          <a:prstGeom prst="rect">
            <a:avLst/>
          </a:prstGeom>
          <a:solidFill>
            <a:srgbClr val="C0C0C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23.9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9A6D16C-F446-4B27-BDEF-64DEB40DFDC2}"/>
              </a:ext>
            </a:extLst>
          </p:cNvPr>
          <p:cNvSpPr>
            <a:spLocks noGrp="1"/>
          </p:cNvSpPr>
          <p:nvPr/>
        </p:nvSpPr>
        <p:spPr>
          <a:xfrm>
            <a:off x="7307580" y="1343025"/>
            <a:ext cx="1021080" cy="523875"/>
          </a:xfrm>
          <a:prstGeom prst="rect">
            <a:avLst/>
          </a:prstGeom>
          <a:solidFill>
            <a:srgbClr val="A5A5A5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35.7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01698D1-48C8-42DA-96E5-F8D1FF0D00F5}"/>
              </a:ext>
            </a:extLst>
          </p:cNvPr>
          <p:cNvSpPr>
            <a:spLocks noGrp="1"/>
          </p:cNvSpPr>
          <p:nvPr/>
        </p:nvSpPr>
        <p:spPr>
          <a:xfrm>
            <a:off x="8328660" y="1343025"/>
            <a:ext cx="1021080" cy="523875"/>
          </a:xfrm>
          <a:prstGeom prst="rect">
            <a:avLst/>
          </a:prstGeom>
          <a:solidFill>
            <a:srgbClr val="C9C9C9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20.2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C3887C4-B892-4D20-84A9-4D36DB40F5A8}"/>
              </a:ext>
            </a:extLst>
          </p:cNvPr>
          <p:cNvSpPr>
            <a:spLocks noGrp="1"/>
          </p:cNvSpPr>
          <p:nvPr/>
        </p:nvSpPr>
        <p:spPr>
          <a:xfrm>
            <a:off x="9349740" y="1343025"/>
            <a:ext cx="1021080" cy="523875"/>
          </a:xfrm>
          <a:prstGeom prst="rect">
            <a:avLst/>
          </a:prstGeom>
          <a:solidFill>
            <a:srgbClr val="D7D7D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13.8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7553171-8A77-48D0-937C-3AED73431525}"/>
              </a:ext>
            </a:extLst>
          </p:cNvPr>
          <p:cNvSpPr>
            <a:spLocks noGrp="1"/>
          </p:cNvSpPr>
          <p:nvPr/>
        </p:nvSpPr>
        <p:spPr>
          <a:xfrm>
            <a:off x="10370820" y="1343025"/>
            <a:ext cx="1021080" cy="523875"/>
          </a:xfrm>
          <a:prstGeom prst="rect">
            <a:avLst/>
          </a:prstGeom>
          <a:solidFill>
            <a:srgbClr val="E8E8E8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6.4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617E0F9-6EB9-4541-A8B7-A461DBE91E63}"/>
              </a:ext>
            </a:extLst>
          </p:cNvPr>
          <p:cNvSpPr>
            <a:spLocks noGrp="1"/>
          </p:cNvSpPr>
          <p:nvPr/>
        </p:nvSpPr>
        <p:spPr>
          <a:xfrm>
            <a:off x="11391900" y="13430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CA3A76D-7C04-442F-ACEB-FE0AB74ADAF7}"/>
              </a:ext>
            </a:extLst>
          </p:cNvPr>
          <p:cNvSpPr>
            <a:spLocks noGrp="1"/>
          </p:cNvSpPr>
          <p:nvPr/>
        </p:nvSpPr>
        <p:spPr>
          <a:xfrm>
            <a:off x="628650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216E94D-DA40-45D1-B87B-D816BE669131}"/>
              </a:ext>
            </a:extLst>
          </p:cNvPr>
          <p:cNvSpPr>
            <a:spLocks noGrp="1"/>
          </p:cNvSpPr>
          <p:nvPr/>
        </p:nvSpPr>
        <p:spPr>
          <a:xfrm>
            <a:off x="7307580" y="1866900"/>
            <a:ext cx="1021080" cy="523875"/>
          </a:xfrm>
          <a:prstGeom prst="rect">
            <a:avLst/>
          </a:prstGeom>
          <a:solidFill>
            <a:srgbClr val="7B7B7B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54.0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B629BC7-DD45-41DD-8790-891FC14F1CA3}"/>
              </a:ext>
            </a:extLst>
          </p:cNvPr>
          <p:cNvSpPr>
            <a:spLocks noGrp="1"/>
          </p:cNvSpPr>
          <p:nvPr/>
        </p:nvSpPr>
        <p:spPr>
          <a:xfrm>
            <a:off x="8328660" y="1866900"/>
            <a:ext cx="1021080" cy="523875"/>
          </a:xfrm>
          <a:prstGeom prst="rect">
            <a:avLst/>
          </a:prstGeom>
          <a:solidFill>
            <a:srgbClr val="90909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45.0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ED421A6-E13B-4859-9FA5-750C38D24BAF}"/>
              </a:ext>
            </a:extLst>
          </p:cNvPr>
          <p:cNvSpPr>
            <a:spLocks noGrp="1"/>
          </p:cNvSpPr>
          <p:nvPr/>
        </p:nvSpPr>
        <p:spPr>
          <a:xfrm>
            <a:off x="9349740" y="1866900"/>
            <a:ext cx="1021080" cy="523875"/>
          </a:xfrm>
          <a:prstGeom prst="rect">
            <a:avLst/>
          </a:prstGeom>
          <a:solidFill>
            <a:srgbClr val="F5F5F5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1.0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3543914-E5B7-4E3B-978F-B1C196735A3C}"/>
              </a:ext>
            </a:extLst>
          </p:cNvPr>
          <p:cNvSpPr>
            <a:spLocks noGrp="1"/>
          </p:cNvSpPr>
          <p:nvPr/>
        </p:nvSpPr>
        <p:spPr>
          <a:xfrm>
            <a:off x="10370820" y="18669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6FD69DA-3A03-4E6D-A212-91FB0350BED9}"/>
              </a:ext>
            </a:extLst>
          </p:cNvPr>
          <p:cNvSpPr>
            <a:spLocks noGrp="1"/>
          </p:cNvSpPr>
          <p:nvPr/>
        </p:nvSpPr>
        <p:spPr>
          <a:xfrm>
            <a:off x="11391900" y="18669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0.431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FF9682D-89C8-4CC8-ABD1-332F820C6B16}"/>
              </a:ext>
            </a:extLst>
          </p:cNvPr>
          <p:cNvSpPr>
            <a:spLocks noGrp="1"/>
          </p:cNvSpPr>
          <p:nvPr/>
        </p:nvSpPr>
        <p:spPr>
          <a:xfrm>
            <a:off x="628650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FC9A3FE-3990-4103-8CA2-97963A6E5F4A}"/>
              </a:ext>
            </a:extLst>
          </p:cNvPr>
          <p:cNvSpPr>
            <a:spLocks noGrp="1"/>
          </p:cNvSpPr>
          <p:nvPr/>
        </p:nvSpPr>
        <p:spPr>
          <a:xfrm>
            <a:off x="7307580" y="2390775"/>
            <a:ext cx="1021080" cy="523875"/>
          </a:xfrm>
          <a:prstGeom prst="rect">
            <a:avLst/>
          </a:prstGeom>
          <a:solidFill>
            <a:srgbClr val="86868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49.1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200D865-0956-4A59-B2F3-298A81A2A9D7}"/>
              </a:ext>
            </a:extLst>
          </p:cNvPr>
          <p:cNvSpPr>
            <a:spLocks noGrp="1"/>
          </p:cNvSpPr>
          <p:nvPr/>
        </p:nvSpPr>
        <p:spPr>
          <a:xfrm>
            <a:off x="8328660" y="2390775"/>
            <a:ext cx="1021080" cy="523875"/>
          </a:xfrm>
          <a:prstGeom prst="rect">
            <a:avLst/>
          </a:prstGeom>
          <a:solidFill>
            <a:srgbClr val="83838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50.4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BDB048B-74D4-4CF6-AF67-09A3F5A38AE3}"/>
              </a:ext>
            </a:extLst>
          </p:cNvPr>
          <p:cNvSpPr>
            <a:spLocks noGrp="1"/>
          </p:cNvSpPr>
          <p:nvPr/>
        </p:nvSpPr>
        <p:spPr>
          <a:xfrm>
            <a:off x="9349740" y="2390775"/>
            <a:ext cx="102108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2EFB762-8D57-4F68-B80A-8A3394AD0DBF}"/>
              </a:ext>
            </a:extLst>
          </p:cNvPr>
          <p:cNvSpPr>
            <a:spLocks noGrp="1"/>
          </p:cNvSpPr>
          <p:nvPr/>
        </p:nvSpPr>
        <p:spPr>
          <a:xfrm>
            <a:off x="10370820" y="23907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8A09764-2B0D-4568-AF90-1EACE3F1BD7C}"/>
              </a:ext>
            </a:extLst>
          </p:cNvPr>
          <p:cNvSpPr>
            <a:spLocks noGrp="1"/>
          </p:cNvSpPr>
          <p:nvPr/>
        </p:nvSpPr>
        <p:spPr>
          <a:xfrm>
            <a:off x="11391900" y="23907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0.436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C0003B3-350C-422C-8BAE-9457C5B62C63}"/>
              </a:ext>
            </a:extLst>
          </p:cNvPr>
          <p:cNvSpPr>
            <a:spLocks noGrp="1"/>
          </p:cNvSpPr>
          <p:nvPr/>
        </p:nvSpPr>
        <p:spPr>
          <a:xfrm>
            <a:off x="6286500" y="291465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0D96090-8682-41B7-9419-798C6DFFFB14}"/>
              </a:ext>
            </a:extLst>
          </p:cNvPr>
          <p:cNvSpPr>
            <a:spLocks noGrp="1"/>
          </p:cNvSpPr>
          <p:nvPr/>
        </p:nvSpPr>
        <p:spPr>
          <a:xfrm>
            <a:off x="7307580" y="291465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B721C42-C9D2-4569-8055-EE743BC97056}"/>
              </a:ext>
            </a:extLst>
          </p:cNvPr>
          <p:cNvSpPr>
            <a:spLocks noGrp="1"/>
          </p:cNvSpPr>
          <p:nvPr/>
        </p:nvSpPr>
        <p:spPr>
          <a:xfrm>
            <a:off x="8328660" y="2914650"/>
            <a:ext cx="1021080" cy="523875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13.2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1C3B2B7-453C-4EC5-AB5E-6473198C7BEF}"/>
              </a:ext>
            </a:extLst>
          </p:cNvPr>
          <p:cNvSpPr>
            <a:spLocks noGrp="1"/>
          </p:cNvSpPr>
          <p:nvPr/>
        </p:nvSpPr>
        <p:spPr>
          <a:xfrm>
            <a:off x="9349740" y="2914650"/>
            <a:ext cx="102108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91B1CA3-371E-4DA2-80CF-E5D8BE2DDC20}"/>
              </a:ext>
            </a:extLst>
          </p:cNvPr>
          <p:cNvSpPr>
            <a:spLocks noGrp="1"/>
          </p:cNvSpPr>
          <p:nvPr/>
        </p:nvSpPr>
        <p:spPr>
          <a:xfrm>
            <a:off x="10370820" y="2914650"/>
            <a:ext cx="1021080" cy="523875"/>
          </a:xfrm>
          <a:prstGeom prst="rect">
            <a:avLst/>
          </a:prstGeom>
          <a:solidFill>
            <a:srgbClr val="303030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86.5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48E2EA4-84DA-44E8-876A-3E0CCFCC9F2E}"/>
              </a:ext>
            </a:extLst>
          </p:cNvPr>
          <p:cNvSpPr>
            <a:spLocks noGrp="1"/>
          </p:cNvSpPr>
          <p:nvPr/>
        </p:nvSpPr>
        <p:spPr>
          <a:xfrm>
            <a:off x="11391900" y="291465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0.801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DAFF306-D137-4C3B-AB85-3B137E8B8728}"/>
              </a:ext>
            </a:extLst>
          </p:cNvPr>
          <p:cNvSpPr>
            <a:spLocks noGrp="1"/>
          </p:cNvSpPr>
          <p:nvPr/>
        </p:nvSpPr>
        <p:spPr>
          <a:xfrm>
            <a:off x="6286500" y="343852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78325EE-0711-4679-8A40-C41E45754606}"/>
              </a:ext>
            </a:extLst>
          </p:cNvPr>
          <p:cNvSpPr>
            <a:spLocks noGrp="1"/>
          </p:cNvSpPr>
          <p:nvPr/>
        </p:nvSpPr>
        <p:spPr>
          <a:xfrm>
            <a:off x="7307580" y="343852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B420C7E-4615-47C4-90FC-2AB64859FE8A}"/>
              </a:ext>
            </a:extLst>
          </p:cNvPr>
          <p:cNvSpPr>
            <a:spLocks noGrp="1"/>
          </p:cNvSpPr>
          <p:nvPr/>
        </p:nvSpPr>
        <p:spPr>
          <a:xfrm>
            <a:off x="8328660" y="3438525"/>
            <a:ext cx="1021080" cy="523875"/>
          </a:xfrm>
          <a:prstGeom prst="rect">
            <a:avLst/>
          </a:prstGeom>
          <a:solidFill>
            <a:srgbClr val="A4A4A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36.1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AB71C44-1C58-44E4-81C3-34DC5A2C083C}"/>
              </a:ext>
            </a:extLst>
          </p:cNvPr>
          <p:cNvSpPr>
            <a:spLocks noGrp="1"/>
          </p:cNvSpPr>
          <p:nvPr/>
        </p:nvSpPr>
        <p:spPr>
          <a:xfrm>
            <a:off x="9349740" y="3438525"/>
            <a:ext cx="1021080" cy="523875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1.2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3AE866F-FC66-4CB0-914A-CB8EA21CECD6}"/>
              </a:ext>
            </a:extLst>
          </p:cNvPr>
          <p:cNvSpPr>
            <a:spLocks noGrp="1"/>
          </p:cNvSpPr>
          <p:nvPr/>
        </p:nvSpPr>
        <p:spPr>
          <a:xfrm>
            <a:off x="10370820" y="3438525"/>
            <a:ext cx="1021080" cy="523875"/>
          </a:xfrm>
          <a:prstGeom prst="rect">
            <a:avLst/>
          </a:prstGeom>
          <a:solidFill>
            <a:srgbClr val="67676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62.6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F786EF2-C5BE-40C5-BCD0-BDF15C894D13}"/>
              </a:ext>
            </a:extLst>
          </p:cNvPr>
          <p:cNvSpPr>
            <a:spLocks noGrp="1"/>
          </p:cNvSpPr>
          <p:nvPr/>
        </p:nvSpPr>
        <p:spPr>
          <a:xfrm>
            <a:off x="11391900" y="343852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0.721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8F28B2CF-35D4-46CB-97FA-87FDC7D57FA2}"/>
              </a:ext>
            </a:extLst>
          </p:cNvPr>
          <p:cNvSpPr>
            <a:spLocks noGrp="1"/>
          </p:cNvSpPr>
          <p:nvPr/>
        </p:nvSpPr>
        <p:spPr>
          <a:xfrm>
            <a:off x="6286500" y="3962400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F9E9F99-FC52-4CF5-9A40-39A2587FA294}"/>
              </a:ext>
            </a:extLst>
          </p:cNvPr>
          <p:cNvSpPr>
            <a:spLocks noGrp="1"/>
          </p:cNvSpPr>
          <p:nvPr/>
        </p:nvSpPr>
        <p:spPr>
          <a:xfrm>
            <a:off x="7307580" y="3962400"/>
            <a:ext cx="102108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798BE3A-BC5B-4124-8023-8D05A38E462D}"/>
              </a:ext>
            </a:extLst>
          </p:cNvPr>
          <p:cNvSpPr>
            <a:spLocks noGrp="1"/>
          </p:cNvSpPr>
          <p:nvPr/>
        </p:nvSpPr>
        <p:spPr>
          <a:xfrm>
            <a:off x="8328660" y="3962400"/>
            <a:ext cx="1021080" cy="523875"/>
          </a:xfrm>
          <a:prstGeom prst="rect">
            <a:avLst/>
          </a:prstGeom>
          <a:solidFill>
            <a:srgbClr val="94949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43.1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797B5A1-4CDB-4A6E-BB50-A7F944BD09F2}"/>
              </a:ext>
            </a:extLst>
          </p:cNvPr>
          <p:cNvSpPr>
            <a:spLocks noGrp="1"/>
          </p:cNvSpPr>
          <p:nvPr/>
        </p:nvSpPr>
        <p:spPr>
          <a:xfrm>
            <a:off x="9349740" y="3962400"/>
            <a:ext cx="1021080" cy="523875"/>
          </a:xfrm>
          <a:prstGeom prst="rect">
            <a:avLst/>
          </a:prstGeom>
          <a:solidFill>
            <a:srgbClr val="797979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54.7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4DF97FF-87E1-426B-BC71-293FABD4895A}"/>
              </a:ext>
            </a:extLst>
          </p:cNvPr>
          <p:cNvSpPr>
            <a:spLocks noGrp="1"/>
          </p:cNvSpPr>
          <p:nvPr/>
        </p:nvSpPr>
        <p:spPr>
          <a:xfrm>
            <a:off x="10370820" y="3962400"/>
            <a:ext cx="102108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1.7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CE397BB-4049-4EA1-ACE9-ED7A9C9C2CC1}"/>
              </a:ext>
            </a:extLst>
          </p:cNvPr>
          <p:cNvSpPr>
            <a:spLocks noGrp="1"/>
          </p:cNvSpPr>
          <p:nvPr/>
        </p:nvSpPr>
        <p:spPr>
          <a:xfrm>
            <a:off x="11391900" y="3962400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0.638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3A07BF8-0174-477E-BD0F-8DEB0F1B5E67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1021080" cy="523875"/>
          </a:xfrm>
          <a:prstGeom prst="rect">
            <a:avLst/>
          </a:prstGeom>
          <a:solidFill>
            <a:srgbClr val="F7F7F7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EA7811A-80CB-46D0-8533-B0C6124032C5}"/>
              </a:ext>
            </a:extLst>
          </p:cNvPr>
          <p:cNvSpPr>
            <a:spLocks noGrp="1"/>
          </p:cNvSpPr>
          <p:nvPr/>
        </p:nvSpPr>
        <p:spPr>
          <a:xfrm>
            <a:off x="7307580" y="4486275"/>
            <a:ext cx="1021080" cy="523875"/>
          </a:xfrm>
          <a:prstGeom prst="rect">
            <a:avLst/>
          </a:prstGeom>
          <a:solidFill>
            <a:srgbClr val="F6F6F6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86BDC5B5-83F7-4E55-B15C-7925AB643CAD}"/>
              </a:ext>
            </a:extLst>
          </p:cNvPr>
          <p:cNvSpPr>
            <a:spLocks noGrp="1"/>
          </p:cNvSpPr>
          <p:nvPr/>
        </p:nvSpPr>
        <p:spPr>
          <a:xfrm>
            <a:off x="8328660" y="4486275"/>
            <a:ext cx="1021080" cy="523875"/>
          </a:xfrm>
          <a:prstGeom prst="rect">
            <a:avLst/>
          </a:prstGeom>
          <a:solidFill>
            <a:srgbClr val="B9B9B9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26.9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667901F-9CA4-45AD-BCBD-F07EF6338D5A}"/>
              </a:ext>
            </a:extLst>
          </p:cNvPr>
          <p:cNvSpPr>
            <a:spLocks noGrp="1"/>
          </p:cNvSpPr>
          <p:nvPr/>
        </p:nvSpPr>
        <p:spPr>
          <a:xfrm>
            <a:off x="9349740" y="4486275"/>
            <a:ext cx="1021080" cy="523875"/>
          </a:xfrm>
          <a:prstGeom prst="rect">
            <a:avLst/>
          </a:prstGeom>
          <a:solidFill>
            <a:srgbClr val="545454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70.7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F402463-96ED-4B55-8DAF-7768EA4C8C8E}"/>
              </a:ext>
            </a:extLst>
          </p:cNvPr>
          <p:cNvSpPr>
            <a:spLocks noGrp="1"/>
          </p:cNvSpPr>
          <p:nvPr/>
        </p:nvSpPr>
        <p:spPr>
          <a:xfrm>
            <a:off x="10370820" y="4486275"/>
            <a:ext cx="1021080" cy="523875"/>
          </a:xfrm>
          <a:prstGeom prst="rect">
            <a:avLst/>
          </a:prstGeom>
          <a:solidFill>
            <a:srgbClr val="F3F3F3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1.7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27EC1A8-49AC-4C82-9C38-78ED8029EAB6}"/>
              </a:ext>
            </a:extLst>
          </p:cNvPr>
          <p:cNvSpPr>
            <a:spLocks noGrp="1"/>
          </p:cNvSpPr>
          <p:nvPr/>
        </p:nvSpPr>
        <p:spPr>
          <a:xfrm>
            <a:off x="11391900" y="4486275"/>
            <a:ext cx="609600" cy="523875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0.636</a:t>
            </a:r>
          </a:p>
        </p:txBody>
      </p:sp>
      <p:sp>
        <p:nvSpPr>
          <p:cNvPr id="103" name="직선 연결선 102">
            <a:extLst>
              <a:ext uri="{FF2B5EF4-FFF2-40B4-BE49-F238E27FC236}">
                <a16:creationId xmlns:a16="http://schemas.microsoft.com/office/drawing/2014/main" id="{661C2B21-5BE0-422F-98A3-975F36315B05}"/>
              </a:ext>
            </a:extLst>
          </p:cNvPr>
          <p:cNvSpPr>
            <a:spLocks noGrp="1"/>
          </p:cNvSpPr>
          <p:nvPr/>
        </p:nvSpPr>
        <p:spPr>
          <a:xfrm>
            <a:off x="11391900" y="1343025"/>
            <a:ext cx="0" cy="3667125"/>
          </a:xfrm>
          <a:prstGeom prst="line">
            <a:avLst/>
          </a:prstGeom>
          <a:noFill/>
          <a:ln w="23813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4" name="직선 연결선 103">
            <a:extLst>
              <a:ext uri="{FF2B5EF4-FFF2-40B4-BE49-F238E27FC236}">
                <a16:creationId xmlns:a16="http://schemas.microsoft.com/office/drawing/2014/main" id="{5F6FF44D-BDAE-4086-A70E-63DD37E4B737}"/>
              </a:ext>
            </a:extLst>
          </p:cNvPr>
          <p:cNvSpPr>
            <a:spLocks noGrp="1"/>
          </p:cNvSpPr>
          <p:nvPr/>
        </p:nvSpPr>
        <p:spPr>
          <a:xfrm>
            <a:off x="6286500" y="1343025"/>
            <a:ext cx="5715000" cy="0"/>
          </a:xfrm>
          <a:prstGeom prst="line">
            <a:avLst/>
          </a:prstGeom>
          <a:noFill/>
          <a:ln w="1047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5" name="직선 연결선 104">
            <a:extLst>
              <a:ext uri="{FF2B5EF4-FFF2-40B4-BE49-F238E27FC236}">
                <a16:creationId xmlns:a16="http://schemas.microsoft.com/office/drawing/2014/main" id="{565C648A-7897-458F-B7DD-C989CA0F99B4}"/>
              </a:ext>
            </a:extLst>
          </p:cNvPr>
          <p:cNvSpPr>
            <a:spLocks noGrp="1"/>
          </p:cNvSpPr>
          <p:nvPr/>
        </p:nvSpPr>
        <p:spPr>
          <a:xfrm>
            <a:off x="6286500" y="239077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6" name="직선 연결선 105">
            <a:extLst>
              <a:ext uri="{FF2B5EF4-FFF2-40B4-BE49-F238E27FC236}">
                <a16:creationId xmlns:a16="http://schemas.microsoft.com/office/drawing/2014/main" id="{4649B90D-5A44-4DF5-8089-652FDE6C38BF}"/>
              </a:ext>
            </a:extLst>
          </p:cNvPr>
          <p:cNvSpPr>
            <a:spLocks noGrp="1"/>
          </p:cNvSpPr>
          <p:nvPr/>
        </p:nvSpPr>
        <p:spPr>
          <a:xfrm>
            <a:off x="6286500" y="343852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7" name="직선 연결선 106">
            <a:extLst>
              <a:ext uri="{FF2B5EF4-FFF2-40B4-BE49-F238E27FC236}">
                <a16:creationId xmlns:a16="http://schemas.microsoft.com/office/drawing/2014/main" id="{B5F4E7BE-67ED-4B40-99BE-20B00733D6D9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5715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01E2115-EAAE-4A93-94DA-41B7C4033E8F}"/>
              </a:ext>
            </a:extLst>
          </p:cNvPr>
          <p:cNvSpPr>
            <a:spLocks noGrp="1"/>
          </p:cNvSpPr>
          <p:nvPr/>
        </p:nvSpPr>
        <p:spPr>
          <a:xfrm>
            <a:off x="1428750" y="5129212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Cell values show response percentages.  D = demographics only; P = demographics plus persona narrative.</a:t>
            </a:r>
          </a:p>
        </p:txBody>
      </p:sp>
    </p:spTree>
    <p:extLst>
      <p:ext uri="{BB962C8B-B14F-4D97-AF65-F5344CB8AC3E}">
        <p14:creationId xmlns:p14="http://schemas.microsoft.com/office/powerpoint/2010/main" val="1849665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651BFA0-F67C-4212-B921-5A1C7E93E297}"/>
              </a:ext>
            </a:extLst>
          </p:cNvPr>
          <p:cNvSpPr>
            <a:spLocks noGrp="1"/>
          </p:cNvSpPr>
          <p:nvPr/>
        </p:nvSpPr>
        <p:spPr>
          <a:xfrm>
            <a:off x="4000500" y="4476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3813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F69512-B924-4839-809F-09BE7D72B0FB}"/>
              </a:ext>
            </a:extLst>
          </p:cNvPr>
          <p:cNvSpPr>
            <a:spLocks noGrp="1"/>
          </p:cNvSpPr>
          <p:nvPr/>
        </p:nvSpPr>
        <p:spPr>
          <a:xfrm>
            <a:off x="4267200" y="333375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Demographics only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D13D01-605A-44A2-A04E-130F54609C35}"/>
              </a:ext>
            </a:extLst>
          </p:cNvPr>
          <p:cNvSpPr>
            <a:spLocks noGrp="1"/>
          </p:cNvSpPr>
          <p:nvPr/>
        </p:nvSpPr>
        <p:spPr>
          <a:xfrm>
            <a:off x="6667500" y="447675"/>
            <a:ext cx="171450" cy="1714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89BC18-FD16-4A84-90C2-149DCCAAC823}"/>
              </a:ext>
            </a:extLst>
          </p:cNvPr>
          <p:cNvSpPr>
            <a:spLocks noGrp="1"/>
          </p:cNvSpPr>
          <p:nvPr/>
        </p:nvSpPr>
        <p:spPr>
          <a:xfrm>
            <a:off x="6934200" y="33337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 Persona Narrative</a:t>
            </a:r>
          </a:p>
        </p:txBody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0556DB88-D3D4-4464-9AAB-0DFDE0389B18}"/>
              </a:ext>
            </a:extLst>
          </p:cNvPr>
          <p:cNvSpPr>
            <a:spLocks noGrp="1"/>
          </p:cNvSpPr>
          <p:nvPr/>
        </p:nvSpPr>
        <p:spPr>
          <a:xfrm>
            <a:off x="2259806" y="1143000"/>
            <a:ext cx="0" cy="4333875"/>
          </a:xfrm>
          <a:prstGeom prst="line">
            <a:avLst/>
          </a:prstGeom>
          <a:noFill/>
          <a:ln w="1333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38FDFD5A-02BE-4E81-B382-B3DB89214CF2}"/>
              </a:ext>
            </a:extLst>
          </p:cNvPr>
          <p:cNvSpPr>
            <a:spLocks noGrp="1"/>
          </p:cNvSpPr>
          <p:nvPr/>
        </p:nvSpPr>
        <p:spPr>
          <a:xfrm>
            <a:off x="2259806" y="5476875"/>
            <a:ext cx="0" cy="114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8F65D9-251B-416E-B904-B3BF36C471BB}"/>
              </a:ext>
            </a:extLst>
          </p:cNvPr>
          <p:cNvSpPr>
            <a:spLocks noGrp="1"/>
          </p:cNvSpPr>
          <p:nvPr/>
        </p:nvSpPr>
        <p:spPr>
          <a:xfrm>
            <a:off x="1926431" y="56197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0.45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9D31491F-A85B-474C-8F98-6C926CBB558B}"/>
              </a:ext>
            </a:extLst>
          </p:cNvPr>
          <p:cNvSpPr>
            <a:spLocks noGrp="1"/>
          </p:cNvSpPr>
          <p:nvPr/>
        </p:nvSpPr>
        <p:spPr>
          <a:xfrm>
            <a:off x="4748213" y="1143000"/>
            <a:ext cx="0" cy="4333875"/>
          </a:xfrm>
          <a:prstGeom prst="line">
            <a:avLst/>
          </a:prstGeom>
          <a:noFill/>
          <a:ln w="1333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3E404ACC-1F0D-425F-A1BA-7017D29A54F6}"/>
              </a:ext>
            </a:extLst>
          </p:cNvPr>
          <p:cNvSpPr>
            <a:spLocks noGrp="1"/>
          </p:cNvSpPr>
          <p:nvPr/>
        </p:nvSpPr>
        <p:spPr>
          <a:xfrm>
            <a:off x="4748213" y="5476875"/>
            <a:ext cx="0" cy="114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70894D-8509-43C8-80D2-E8F24E6A967B}"/>
              </a:ext>
            </a:extLst>
          </p:cNvPr>
          <p:cNvSpPr>
            <a:spLocks noGrp="1"/>
          </p:cNvSpPr>
          <p:nvPr/>
        </p:nvSpPr>
        <p:spPr>
          <a:xfrm>
            <a:off x="4414838" y="56197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0.50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EAF23A91-29EE-4D5F-883C-28E533072F01}"/>
              </a:ext>
            </a:extLst>
          </p:cNvPr>
          <p:cNvSpPr>
            <a:spLocks noGrp="1"/>
          </p:cNvSpPr>
          <p:nvPr/>
        </p:nvSpPr>
        <p:spPr>
          <a:xfrm>
            <a:off x="7236619" y="1143000"/>
            <a:ext cx="0" cy="4333875"/>
          </a:xfrm>
          <a:prstGeom prst="line">
            <a:avLst/>
          </a:prstGeom>
          <a:noFill/>
          <a:ln w="1333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FB4ADAC0-9CA7-4940-B57D-30DCF5F42E97}"/>
              </a:ext>
            </a:extLst>
          </p:cNvPr>
          <p:cNvSpPr>
            <a:spLocks noGrp="1"/>
          </p:cNvSpPr>
          <p:nvPr/>
        </p:nvSpPr>
        <p:spPr>
          <a:xfrm>
            <a:off x="7236619" y="5476875"/>
            <a:ext cx="0" cy="114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8E4D196-1981-4496-9352-A02464A51B57}"/>
              </a:ext>
            </a:extLst>
          </p:cNvPr>
          <p:cNvSpPr>
            <a:spLocks noGrp="1"/>
          </p:cNvSpPr>
          <p:nvPr/>
        </p:nvSpPr>
        <p:spPr>
          <a:xfrm>
            <a:off x="6903244" y="56197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2AB9286D-5C44-427E-BE68-27B4E951CC6C}"/>
              </a:ext>
            </a:extLst>
          </p:cNvPr>
          <p:cNvSpPr>
            <a:spLocks noGrp="1"/>
          </p:cNvSpPr>
          <p:nvPr/>
        </p:nvSpPr>
        <p:spPr>
          <a:xfrm>
            <a:off x="9725025" y="1143000"/>
            <a:ext cx="0" cy="4333875"/>
          </a:xfrm>
          <a:prstGeom prst="line">
            <a:avLst/>
          </a:prstGeom>
          <a:noFill/>
          <a:ln w="1333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87D527DF-B31B-4EAA-B308-23B2D1BF7F4E}"/>
              </a:ext>
            </a:extLst>
          </p:cNvPr>
          <p:cNvSpPr>
            <a:spLocks noGrp="1"/>
          </p:cNvSpPr>
          <p:nvPr/>
        </p:nvSpPr>
        <p:spPr>
          <a:xfrm>
            <a:off x="9725025" y="5476875"/>
            <a:ext cx="0" cy="114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DD13D7-0576-420D-9730-0DB86A8F5F53}"/>
              </a:ext>
            </a:extLst>
          </p:cNvPr>
          <p:cNvSpPr>
            <a:spLocks noGrp="1"/>
          </p:cNvSpPr>
          <p:nvPr/>
        </p:nvSpPr>
        <p:spPr>
          <a:xfrm>
            <a:off x="9391650" y="56197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0.60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A6DB9B8B-780F-4B1F-88EE-46AC103DB9E9}"/>
              </a:ext>
            </a:extLst>
          </p:cNvPr>
          <p:cNvSpPr>
            <a:spLocks noGrp="1"/>
          </p:cNvSpPr>
          <p:nvPr/>
        </p:nvSpPr>
        <p:spPr>
          <a:xfrm>
            <a:off x="1762125" y="1143000"/>
            <a:ext cx="0" cy="4333875"/>
          </a:xfrm>
          <a:prstGeom prst="line">
            <a:avLst/>
          </a:prstGeom>
          <a:noFill/>
          <a:ln w="2095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5AC27DFB-B24E-43EA-B3E5-BEDE3E76C8E8}"/>
              </a:ext>
            </a:extLst>
          </p:cNvPr>
          <p:cNvSpPr>
            <a:spLocks noGrp="1"/>
          </p:cNvSpPr>
          <p:nvPr/>
        </p:nvSpPr>
        <p:spPr>
          <a:xfrm>
            <a:off x="1762125" y="5476875"/>
            <a:ext cx="9953625" cy="0"/>
          </a:xfrm>
          <a:prstGeom prst="line">
            <a:avLst/>
          </a:prstGeom>
          <a:noFill/>
          <a:ln w="2095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E5C9A6CA-CC39-4B32-A40F-2DA895DD37F8}"/>
              </a:ext>
            </a:extLst>
          </p:cNvPr>
          <p:cNvSpPr>
            <a:spLocks noGrp="1"/>
          </p:cNvSpPr>
          <p:nvPr/>
        </p:nvSpPr>
        <p:spPr>
          <a:xfrm>
            <a:off x="1762125" y="1571625"/>
            <a:ext cx="995362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4A5089-F8D6-4669-AA00-7BD3C355DB08}"/>
              </a:ext>
            </a:extLst>
          </p:cNvPr>
          <p:cNvSpPr>
            <a:spLocks noGrp="1"/>
          </p:cNvSpPr>
          <p:nvPr/>
        </p:nvSpPr>
        <p:spPr>
          <a:xfrm>
            <a:off x="190500" y="1343025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Qwen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BDC5496-7D76-4D7E-9357-9D0D0CC5C11D}"/>
              </a:ext>
            </a:extLst>
          </p:cNvPr>
          <p:cNvSpPr>
            <a:spLocks noGrp="1"/>
          </p:cNvSpPr>
          <p:nvPr/>
        </p:nvSpPr>
        <p:spPr>
          <a:xfrm>
            <a:off x="3663434" y="1457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3C4C60-0228-4807-9A1D-36B965F39F7A}"/>
              </a:ext>
            </a:extLst>
          </p:cNvPr>
          <p:cNvSpPr>
            <a:spLocks noGrp="1"/>
          </p:cNvSpPr>
          <p:nvPr/>
        </p:nvSpPr>
        <p:spPr>
          <a:xfrm>
            <a:off x="2864227" y="1466850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70" name="직선 화살표 연결선 69"/>
          <p:cNvCxnSpPr>
            <a:stCxn id="21" idx="1"/>
            <a:endCxn id="22" idx="3"/>
          </p:cNvCxnSpPr>
          <p:nvPr/>
        </p:nvCxnSpPr>
        <p:spPr>
          <a:xfrm flipH="1">
            <a:off x="3073777" y="1571625"/>
            <a:ext cx="589657" cy="0"/>
          </a:xfrm>
          <a:prstGeom prst="straightConnector1">
            <a:avLst/>
          </a:prstGeom>
          <a:ln w="28575">
            <a:solidFill>
              <a:srgbClr val="777777"/>
            </a:solidFill>
            <a:prstDash val="solid"/>
            <a:tailEnd type="triangle" w="sm" len="sm"/>
          </a:ln>
        </p:spPr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7D731C-5512-45B2-B2F8-9F7D2F0DC290}"/>
              </a:ext>
            </a:extLst>
          </p:cNvPr>
          <p:cNvSpPr>
            <a:spLocks noGrp="1"/>
          </p:cNvSpPr>
          <p:nvPr/>
        </p:nvSpPr>
        <p:spPr>
          <a:xfrm>
            <a:off x="3415784" y="11144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0.481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B45C62-B10D-4755-B025-41E7F62B107B}"/>
              </a:ext>
            </a:extLst>
          </p:cNvPr>
          <p:cNvSpPr>
            <a:spLocks noGrp="1"/>
          </p:cNvSpPr>
          <p:nvPr/>
        </p:nvSpPr>
        <p:spPr>
          <a:xfrm>
            <a:off x="2607052" y="1714500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0.464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4654E728-998A-4B4A-B60F-8AC39A515219}"/>
              </a:ext>
            </a:extLst>
          </p:cNvPr>
          <p:cNvSpPr>
            <a:spLocks noGrp="1"/>
          </p:cNvSpPr>
          <p:nvPr/>
        </p:nvSpPr>
        <p:spPr>
          <a:xfrm>
            <a:off x="1762125" y="2619375"/>
            <a:ext cx="995362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29E9F7-6B55-47D5-9E4C-DA3CC8723461}"/>
              </a:ext>
            </a:extLst>
          </p:cNvPr>
          <p:cNvSpPr>
            <a:spLocks noGrp="1"/>
          </p:cNvSpPr>
          <p:nvPr/>
        </p:nvSpPr>
        <p:spPr>
          <a:xfrm>
            <a:off x="190500" y="2390775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EXAONE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F6995DB-3067-44D2-90FF-9A8154E9B17B}"/>
              </a:ext>
            </a:extLst>
          </p:cNvPr>
          <p:cNvSpPr>
            <a:spLocks noGrp="1"/>
          </p:cNvSpPr>
          <p:nvPr/>
        </p:nvSpPr>
        <p:spPr>
          <a:xfrm>
            <a:off x="9884450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749EA1-61F5-4942-AA56-7214661B235C}"/>
              </a:ext>
            </a:extLst>
          </p:cNvPr>
          <p:cNvSpPr>
            <a:spLocks noGrp="1"/>
          </p:cNvSpPr>
          <p:nvPr/>
        </p:nvSpPr>
        <p:spPr>
          <a:xfrm>
            <a:off x="10205025" y="2514600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77" name="직선 화살표 연결선 76"/>
          <p:cNvCxnSpPr>
            <a:stCxn id="28" idx="3"/>
            <a:endCxn id="29" idx="1"/>
          </p:cNvCxnSpPr>
          <p:nvPr/>
        </p:nvCxnSpPr>
        <p:spPr>
          <a:xfrm>
            <a:off x="10113050" y="2619375"/>
            <a:ext cx="91975" cy="0"/>
          </a:xfrm>
          <a:prstGeom prst="straightConnector1">
            <a:avLst/>
          </a:prstGeom>
          <a:ln w="28575">
            <a:solidFill>
              <a:srgbClr val="777777"/>
            </a:solidFill>
            <a:prstDash val="solid"/>
            <a:tailEnd type="triangle" w="sm" len="sm"/>
          </a:ln>
        </p:spPr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9E7DB94-AF8C-491F-B8D8-DAEAD1C8EA48}"/>
              </a:ext>
            </a:extLst>
          </p:cNvPr>
          <p:cNvSpPr>
            <a:spLocks noGrp="1"/>
          </p:cNvSpPr>
          <p:nvPr/>
        </p:nvSpPr>
        <p:spPr>
          <a:xfrm>
            <a:off x="9636800" y="216217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0.606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F5E18E0-59CB-4A1F-9807-C800A60F11E2}"/>
              </a:ext>
            </a:extLst>
          </p:cNvPr>
          <p:cNvSpPr>
            <a:spLocks noGrp="1"/>
          </p:cNvSpPr>
          <p:nvPr/>
        </p:nvSpPr>
        <p:spPr>
          <a:xfrm>
            <a:off x="9947850" y="2762250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0.612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FD3535DA-EA41-462D-8760-0A786489324D}"/>
              </a:ext>
            </a:extLst>
          </p:cNvPr>
          <p:cNvSpPr>
            <a:spLocks noGrp="1"/>
          </p:cNvSpPr>
          <p:nvPr/>
        </p:nvSpPr>
        <p:spPr>
          <a:xfrm>
            <a:off x="1762125" y="3667125"/>
            <a:ext cx="995362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14FDCA-A096-4DBC-B72B-E24AE0E85EF9}"/>
              </a:ext>
            </a:extLst>
          </p:cNvPr>
          <p:cNvSpPr>
            <a:spLocks noGrp="1"/>
          </p:cNvSpPr>
          <p:nvPr/>
        </p:nvSpPr>
        <p:spPr>
          <a:xfrm>
            <a:off x="190500" y="3438525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Gemma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D473100-FD28-4C9E-8F4C-E382530AD2D2}"/>
              </a:ext>
            </a:extLst>
          </p:cNvPr>
          <p:cNvSpPr>
            <a:spLocks noGrp="1"/>
          </p:cNvSpPr>
          <p:nvPr/>
        </p:nvSpPr>
        <p:spPr>
          <a:xfrm>
            <a:off x="10568761" y="35528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CD8FC3-CB18-4B2E-BC37-F7E8CA6E41C1}"/>
              </a:ext>
            </a:extLst>
          </p:cNvPr>
          <p:cNvSpPr>
            <a:spLocks noGrp="1"/>
          </p:cNvSpPr>
          <p:nvPr/>
        </p:nvSpPr>
        <p:spPr>
          <a:xfrm>
            <a:off x="10777359" y="3562350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84" name="직선 화살표 연결선 83"/>
          <p:cNvCxnSpPr>
            <a:stCxn id="35" idx="3"/>
            <a:endCxn id="36" idx="1"/>
          </p:cNvCxnSpPr>
          <p:nvPr/>
        </p:nvCxnSpPr>
        <p:spPr>
          <a:xfrm flipH="1">
            <a:off x="10777359" y="3667125"/>
            <a:ext cx="20002" cy="0"/>
          </a:xfrm>
          <a:prstGeom prst="straightConnector1">
            <a:avLst/>
          </a:prstGeom>
          <a:ln w="28575">
            <a:solidFill>
              <a:srgbClr val="777777"/>
            </a:solidFill>
            <a:prstDash val="solid"/>
            <a:tailEnd type="triangle" w="sm" len="sm"/>
          </a:ln>
        </p:spPr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EB82339-98FE-41E3-870E-A3C4DA351165}"/>
              </a:ext>
            </a:extLst>
          </p:cNvPr>
          <p:cNvSpPr>
            <a:spLocks noGrp="1"/>
          </p:cNvSpPr>
          <p:nvPr/>
        </p:nvSpPr>
        <p:spPr>
          <a:xfrm>
            <a:off x="10321111" y="32099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0.619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402335F-F472-4FB2-AD8D-D52C58285B67}"/>
              </a:ext>
            </a:extLst>
          </p:cNvPr>
          <p:cNvSpPr>
            <a:spLocks noGrp="1"/>
          </p:cNvSpPr>
          <p:nvPr/>
        </p:nvSpPr>
        <p:spPr>
          <a:xfrm>
            <a:off x="10520184" y="3810000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0.623</a:t>
            </a:r>
          </a:p>
        </p:txBody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66C53E70-66BE-451F-975B-3F1CA8CEB959}"/>
              </a:ext>
            </a:extLst>
          </p:cNvPr>
          <p:cNvSpPr>
            <a:spLocks noGrp="1"/>
          </p:cNvSpPr>
          <p:nvPr/>
        </p:nvSpPr>
        <p:spPr>
          <a:xfrm>
            <a:off x="1762125" y="4714875"/>
            <a:ext cx="995362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540BE4A-13BF-4739-884B-DA8E76EAF81F}"/>
              </a:ext>
            </a:extLst>
          </p:cNvPr>
          <p:cNvSpPr>
            <a:spLocks noGrp="1"/>
          </p:cNvSpPr>
          <p:nvPr/>
        </p:nvSpPr>
        <p:spPr>
          <a:xfrm>
            <a:off x="190500" y="4486275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Motif 3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F1F373C-9A34-49EF-9956-689E153DFD22}"/>
              </a:ext>
            </a:extLst>
          </p:cNvPr>
          <p:cNvSpPr>
            <a:spLocks noGrp="1"/>
          </p:cNvSpPr>
          <p:nvPr/>
        </p:nvSpPr>
        <p:spPr>
          <a:xfrm>
            <a:off x="9573399" y="46005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1F97AED-9CC3-4A73-975C-1960F2159622}"/>
              </a:ext>
            </a:extLst>
          </p:cNvPr>
          <p:cNvSpPr>
            <a:spLocks noGrp="1"/>
          </p:cNvSpPr>
          <p:nvPr/>
        </p:nvSpPr>
        <p:spPr>
          <a:xfrm>
            <a:off x="7131844" y="4610100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91" name="직선 화살표 연결선 90"/>
          <p:cNvCxnSpPr>
            <a:stCxn id="42" idx="1"/>
            <a:endCxn id="43" idx="3"/>
          </p:cNvCxnSpPr>
          <p:nvPr/>
        </p:nvCxnSpPr>
        <p:spPr>
          <a:xfrm flipH="1">
            <a:off x="7341394" y="4714875"/>
            <a:ext cx="2232005" cy="0"/>
          </a:xfrm>
          <a:prstGeom prst="straightConnector1">
            <a:avLst/>
          </a:prstGeom>
          <a:ln w="28575">
            <a:solidFill>
              <a:srgbClr val="777777"/>
            </a:solidFill>
            <a:prstDash val="solid"/>
            <a:tailEnd type="triangle" w="sm" len="sm"/>
          </a:ln>
        </p:spPr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A04CCD1-2140-4C4D-8075-9B1FCD95F489}"/>
              </a:ext>
            </a:extLst>
          </p:cNvPr>
          <p:cNvSpPr>
            <a:spLocks noGrp="1"/>
          </p:cNvSpPr>
          <p:nvPr/>
        </p:nvSpPr>
        <p:spPr>
          <a:xfrm>
            <a:off x="9325749" y="425767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0.599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C57CDF6-5F39-4D0B-AADC-39422ACECAD6}"/>
              </a:ext>
            </a:extLst>
          </p:cNvPr>
          <p:cNvSpPr>
            <a:spLocks noGrp="1"/>
          </p:cNvSpPr>
          <p:nvPr/>
        </p:nvSpPr>
        <p:spPr>
          <a:xfrm>
            <a:off x="6874669" y="425767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0.550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7C8BD0F-AE17-4489-8BF1-EE720C86FECF}"/>
              </a:ext>
            </a:extLst>
          </p:cNvPr>
          <p:cNvSpPr>
            <a:spLocks noGrp="1"/>
          </p:cNvSpPr>
          <p:nvPr/>
        </p:nvSpPr>
        <p:spPr>
          <a:xfrm>
            <a:off x="1762125" y="6115050"/>
            <a:ext cx="995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TVD Relative to the Human Survey Distribution (zoomed scale; lower indicates closer agreement)</a:t>
            </a:r>
          </a:p>
        </p:txBody>
      </p:sp>
    </p:spTree>
    <p:extLst>
      <p:ext uri="{BB962C8B-B14F-4D97-AF65-F5344CB8AC3E}">
        <p14:creationId xmlns:p14="http://schemas.microsoft.com/office/powerpoint/2010/main" val="14289794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899</Words>
  <Application>Microsoft Office PowerPoint</Application>
  <DocSecurity>0</DocSecurity>
  <PresentationFormat>와이드스크린</PresentationFormat>
  <Paragraphs>402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Calibri</vt:lpstr>
      <vt:lpstr>Times New Roman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석문 우</cp:lastModifiedBy>
  <cp:revision>10</cp:revision>
  <dcterms:created xsi:type="dcterms:W3CDTF">2026-09-20T04:24:06Z</dcterms:created>
  <dcterms:modified xsi:type="dcterms:W3CDTF">2026-09-20T05:47:57Z</dcterms:modified>
</cp:coreProperties>
</file>